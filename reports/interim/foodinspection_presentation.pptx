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 snapToObjects="1">
      <p:cViewPr varScale="1">
        <p:scale>
          <a:sx n="105" d="100"/>
          <a:sy n="105" d="100"/>
        </p:scale>
        <p:origin x="17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Inspection &amp; Closure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205 Capstone</a:t>
            </a:r>
          </a:p>
          <a:p>
            <a:r>
              <a:t>Ousmane Kandji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food inspection data</a:t>
            </a:r>
          </a:p>
          <a:p>
            <a:r>
              <a:t>Understand closure patterns</a:t>
            </a:r>
          </a:p>
          <a:p>
            <a:r>
              <a:t>Identify common violations</a:t>
            </a:r>
          </a:p>
          <a:p>
            <a:r>
              <a:t>Explore city-level differences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FoodInspectionData.csv – all inspections</a:t>
            </a:r>
          </a:p>
          <a:p>
            <a:r>
              <a:t>Closed_Food_Establishments.csv – closures only</a:t>
            </a:r>
          </a:p>
          <a:p>
            <a:r>
              <a:t>Second dataset is smaller and event-focused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Ingestion: load + clean data</a:t>
            </a:r>
          </a:p>
          <a:p>
            <a:r>
              <a:t>EDA: visualize patterns</a:t>
            </a:r>
          </a:p>
          <a:p>
            <a:r>
              <a:t>Analysis: city-level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duplicates</a:t>
            </a:r>
          </a:p>
          <a:p>
            <a:r>
              <a:t>Standardized ZIP codes, city names, dates</a:t>
            </a:r>
          </a:p>
          <a:p>
            <a:r>
              <a:t>Exported cleaned datasets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Inspection Outcomes</a:t>
            </a:r>
          </a:p>
        </p:txBody>
      </p:sp>
      <p:pic>
        <p:nvPicPr>
          <p:cNvPr id="4" name="Picture 3" descr="viz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" y="1180940"/>
            <a:ext cx="9132062" cy="56465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Violations</a:t>
            </a:r>
          </a:p>
        </p:txBody>
      </p:sp>
      <p:pic>
        <p:nvPicPr>
          <p:cNvPr id="4" name="Picture 3" descr="viz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2541"/>
            <a:ext cx="9144000" cy="54940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Closure Trend Over Time</a:t>
            </a:r>
          </a:p>
        </p:txBody>
      </p:sp>
      <p:pic>
        <p:nvPicPr>
          <p:cNvPr id="4" name="Picture 3" descr="viz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54403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Cities</a:t>
            </a:r>
          </a:p>
        </p:txBody>
      </p:sp>
      <p:pic>
        <p:nvPicPr>
          <p:cNvPr id="4" name="Picture 3" descr="viz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City Closure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closure_rate = closures / inspections</a:t>
            </a:r>
          </a:p>
          <a:p>
            <a:r>
              <a:t>Used to identify high-risk areas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inspections pass</a:t>
            </a:r>
          </a:p>
          <a:p>
            <a:r>
              <a:t>Closures occur regularly</a:t>
            </a:r>
          </a:p>
          <a:p>
            <a:r>
              <a:t>Few violations dominate</a:t>
            </a:r>
          </a:p>
          <a:p>
            <a:r>
              <a:t>Risk varies by city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Descriptive analysis only</a:t>
            </a:r>
          </a:p>
          <a:p>
            <a:r>
              <a:t>Smaller closure dataset</a:t>
            </a:r>
          </a:p>
          <a:p>
            <a:r>
              <a:t>Possible missing/inconsistent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merging</a:t>
            </a:r>
          </a:p>
          <a:p>
            <a:r>
              <a:t>Add datasets</a:t>
            </a:r>
          </a:p>
          <a:p>
            <a:r>
              <a:t>Explore deeper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143</Words>
  <Application>Microsoft Macintosh PowerPoint</Application>
  <PresentationFormat>On-screen Show (4:3)</PresentationFormat>
  <Paragraphs>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Food Inspection &amp; Closure Analysis</vt:lpstr>
      <vt:lpstr>Project Goal</vt:lpstr>
      <vt:lpstr>Datasets</vt:lpstr>
      <vt:lpstr>Workflow</vt:lpstr>
      <vt:lpstr>Data Cleaning</vt:lpstr>
      <vt:lpstr>Inspection Outcomes</vt:lpstr>
      <vt:lpstr>Top Violations</vt:lpstr>
      <vt:lpstr>Closure Trend Over Time</vt:lpstr>
      <vt:lpstr>Top Cities</vt:lpstr>
      <vt:lpstr>City Closure Rate</vt:lpstr>
      <vt:lpstr>Key Findings</vt:lpstr>
      <vt:lpstr>Limitations</vt:lpstr>
      <vt:lpstr>Next Steps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Kandji, Ousmane D</cp:lastModifiedBy>
  <cp:revision>2</cp:revision>
  <dcterms:created xsi:type="dcterms:W3CDTF">2013-01-27T09:14:16Z</dcterms:created>
  <dcterms:modified xsi:type="dcterms:W3CDTF">2026-05-03T21:45:59Z</dcterms:modified>
  <cp:category/>
</cp:coreProperties>
</file>
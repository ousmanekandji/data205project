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3896"/>
  </p:normalViewPr>
  <p:slideViewPr>
    <p:cSldViewPr snapToGrid="0" snapToObjects="1">
      <p:cViewPr varScale="1">
        <p:scale>
          <a:sx n="117" d="100"/>
          <a:sy n="117" d="100"/>
        </p:scale>
        <p:origin x="17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205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 Inspections &amp; Median Household Income by ZIP</a:t>
            </a:r>
          </a:p>
          <a:p>
            <a:r>
              <a:t>Ousmane Kandji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Food inspection dataset (ZIP, results)</a:t>
            </a:r>
          </a:p>
          <a:p>
            <a:r>
              <a:t>- Census median income (ZCTA)</a:t>
            </a:r>
          </a:p>
          <a:p>
            <a:r>
              <a:t>- Merged using ZIP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ZIP vs ZCTA mismatch</a:t>
            </a:r>
          </a:p>
          <a:p>
            <a:r>
              <a:t>- Missing income values</a:t>
            </a:r>
          </a:p>
          <a:p>
            <a:r>
              <a:t>- Cleaning Census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4300"/>
              <a:t>Income vs Pass Rate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- Each point = ZIP</a:t>
            </a:r>
          </a:p>
          <a:p>
            <a:r>
              <a:rPr lang="en-US" sz="1900"/>
              <a:t>- Size = inspections</a:t>
            </a:r>
          </a:p>
          <a:p>
            <a:r>
              <a:rPr lang="en-US" sz="1900"/>
              <a:t>- Exploring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B0437-8DE5-D06F-A8BB-462534CEA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810940"/>
            <a:ext cx="5177790" cy="3236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Income Groups Comparison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- Low / Mid / High income</a:t>
            </a:r>
          </a:p>
          <a:p>
            <a:r>
              <a:rPr lang="en-US" sz="1900"/>
              <a:t>- Compare pass rates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C5BDC-59D4-A274-0025-F267CBEB2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810940"/>
            <a:ext cx="5177790" cy="3236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4300"/>
              <a:t>Inspection Trends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- Monthly inspections</a:t>
            </a:r>
          </a:p>
          <a:p>
            <a:r>
              <a:rPr lang="en-US" sz="1900"/>
              <a:t>- Shows activity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B1320-0048-738B-6199-E1BC559A7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810940"/>
            <a:ext cx="5177790" cy="3236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Pass rates consistent</a:t>
            </a:r>
          </a:p>
          <a:p>
            <a:r>
              <a:t>- Weak income relationship</a:t>
            </a:r>
          </a:p>
          <a:p>
            <a:r>
              <a:t>- ZIP variation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Area-level only</a:t>
            </a:r>
          </a:p>
          <a:p>
            <a:r>
              <a:t>- Not causal</a:t>
            </a:r>
          </a:p>
          <a:p>
            <a:r>
              <a:t>- Context matters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violations</a:t>
            </a:r>
          </a:p>
          <a:p>
            <a:r>
              <a:t>- Add variables</a:t>
            </a:r>
          </a:p>
          <a:p>
            <a:r>
              <a:t>- Improve 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125</Words>
  <Application>Microsoft Macintosh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DATA 205 Capstone</vt:lpstr>
      <vt:lpstr>Data</vt:lpstr>
      <vt:lpstr>Data Challenges</vt:lpstr>
      <vt:lpstr>Income vs Pass Rate</vt:lpstr>
      <vt:lpstr>Income Groups Comparison</vt:lpstr>
      <vt:lpstr>Inspection Trends</vt:lpstr>
      <vt:lpstr>Key Insights</vt:lpstr>
      <vt:lpstr>What It Means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Kandji, Ousmane D</cp:lastModifiedBy>
  <cp:revision>2</cp:revision>
  <dcterms:created xsi:type="dcterms:W3CDTF">2013-01-27T09:14:16Z</dcterms:created>
  <dcterms:modified xsi:type="dcterms:W3CDTF">2026-04-16T01:32:10Z</dcterms:modified>
  <cp:category/>
</cp:coreProperties>
</file>
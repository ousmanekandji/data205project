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423"/>
    <p:restoredTop sz="91429"/>
  </p:normalViewPr>
  <p:slideViewPr>
    <p:cSldViewPr snapToGrid="0" snapToObjects="1">
      <p:cViewPr varScale="1">
        <p:scale>
          <a:sx n="45" d="100"/>
          <a:sy n="45" d="100"/>
        </p:scale>
        <p:origin x="69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Relationship Id="rId4" Type="http://schemas.openxmlformats.org/officeDocument/2006/relationships/image" Target="../media/image21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image" Target="../media/image2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Relationship Id="rId4" Type="http://schemas.openxmlformats.org/officeDocument/2006/relationships/image" Target="../media/image21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39D6FB-C1C9-4899-AC5B-CAAE0462860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5B85225F-5D16-43BD-BFF0-7A48DF0354D8}">
      <dgm:prSet/>
      <dgm:spPr/>
      <dgm:t>
        <a:bodyPr/>
        <a:lstStyle/>
        <a:p>
          <a:r>
            <a:rPr lang="en-US"/>
            <a:t>Food safety violations can place customers at risk</a:t>
          </a:r>
        </a:p>
      </dgm:t>
    </dgm:pt>
    <dgm:pt modelId="{FF7F600C-97FE-4DB8-B314-D8056A757435}" type="parTrans" cxnId="{5B5B4AF4-F02A-4634-969F-98C6F9E26E92}">
      <dgm:prSet/>
      <dgm:spPr/>
      <dgm:t>
        <a:bodyPr/>
        <a:lstStyle/>
        <a:p>
          <a:endParaRPr lang="en-US"/>
        </a:p>
      </dgm:t>
    </dgm:pt>
    <dgm:pt modelId="{64392045-C3CB-4235-AE3A-ABA19B56884D}" type="sibTrans" cxnId="{5B5B4AF4-F02A-4634-969F-98C6F9E26E92}">
      <dgm:prSet/>
      <dgm:spPr/>
      <dgm:t>
        <a:bodyPr/>
        <a:lstStyle/>
        <a:p>
          <a:endParaRPr lang="en-US"/>
        </a:p>
      </dgm:t>
    </dgm:pt>
    <dgm:pt modelId="{62AE2539-479E-4A5D-ABCA-54035494E71B}">
      <dgm:prSet/>
      <dgm:spPr/>
      <dgm:t>
        <a:bodyPr/>
        <a:lstStyle/>
        <a:p>
          <a:r>
            <a:rPr lang="en-US"/>
            <a:t>Inspection records reveal patterns in violations and closures</a:t>
          </a:r>
        </a:p>
      </dgm:t>
    </dgm:pt>
    <dgm:pt modelId="{068AE665-3EE5-4B9B-80EC-A12E4DF632AA}" type="parTrans" cxnId="{3A547DBA-DEC2-47A3-8F81-C89616B8D01B}">
      <dgm:prSet/>
      <dgm:spPr/>
      <dgm:t>
        <a:bodyPr/>
        <a:lstStyle/>
        <a:p>
          <a:endParaRPr lang="en-US"/>
        </a:p>
      </dgm:t>
    </dgm:pt>
    <dgm:pt modelId="{680D2B57-0891-4B97-8F0E-552F6BDCB665}" type="sibTrans" cxnId="{3A547DBA-DEC2-47A3-8F81-C89616B8D01B}">
      <dgm:prSet/>
      <dgm:spPr/>
      <dgm:t>
        <a:bodyPr/>
        <a:lstStyle/>
        <a:p>
          <a:endParaRPr lang="en-US"/>
        </a:p>
      </dgm:t>
    </dgm:pt>
    <dgm:pt modelId="{71D72CE7-A50A-42E6-BFFA-1EDEF80E296C}">
      <dgm:prSet/>
      <dgm:spPr/>
      <dgm:t>
        <a:bodyPr/>
        <a:lstStyle/>
        <a:p>
          <a:r>
            <a:rPr lang="en-US"/>
            <a:t>Project Question: What patterns are associated with failed inspections and closure events?</a:t>
          </a:r>
        </a:p>
      </dgm:t>
    </dgm:pt>
    <dgm:pt modelId="{4813AED0-BD07-4C15-9325-29C945047FC3}" type="parTrans" cxnId="{170765A4-D06F-4705-90D8-809C63A88D7B}">
      <dgm:prSet/>
      <dgm:spPr/>
      <dgm:t>
        <a:bodyPr/>
        <a:lstStyle/>
        <a:p>
          <a:endParaRPr lang="en-US"/>
        </a:p>
      </dgm:t>
    </dgm:pt>
    <dgm:pt modelId="{22CE6333-4D09-4421-8C62-D051E4DD3D00}" type="sibTrans" cxnId="{170765A4-D06F-4705-90D8-809C63A88D7B}">
      <dgm:prSet/>
      <dgm:spPr/>
      <dgm:t>
        <a:bodyPr/>
        <a:lstStyle/>
        <a:p>
          <a:endParaRPr lang="en-US"/>
        </a:p>
      </dgm:t>
    </dgm:pt>
    <dgm:pt modelId="{31954388-DE7A-4F2A-BC93-E39D49BAD8C3}" type="pres">
      <dgm:prSet presAssocID="{C339D6FB-C1C9-4899-AC5B-CAAE0462860B}" presName="root" presStyleCnt="0">
        <dgm:presLayoutVars>
          <dgm:dir/>
          <dgm:resizeHandles val="exact"/>
        </dgm:presLayoutVars>
      </dgm:prSet>
      <dgm:spPr/>
    </dgm:pt>
    <dgm:pt modelId="{7156AAB2-01C4-4C81-95E2-7B85C51D89BB}" type="pres">
      <dgm:prSet presAssocID="{5B85225F-5D16-43BD-BFF0-7A48DF0354D8}" presName="compNode" presStyleCnt="0"/>
      <dgm:spPr/>
    </dgm:pt>
    <dgm:pt modelId="{1CC7187F-3A4E-49FA-AD90-976810E0ADD1}" type="pres">
      <dgm:prSet presAssocID="{5B85225F-5D16-43BD-BFF0-7A48DF0354D8}" presName="bgRect" presStyleLbl="bgShp" presStyleIdx="0" presStyleCnt="3"/>
      <dgm:spPr/>
    </dgm:pt>
    <dgm:pt modelId="{4BDE95C3-3D4C-4B7E-AC37-9438F6B38173}" type="pres">
      <dgm:prSet presAssocID="{5B85225F-5D16-43BD-BFF0-7A48DF0354D8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k and knife"/>
        </a:ext>
      </dgm:extLst>
    </dgm:pt>
    <dgm:pt modelId="{7343ABB7-A1B0-464D-8FE3-B1547C690BC8}" type="pres">
      <dgm:prSet presAssocID="{5B85225F-5D16-43BD-BFF0-7A48DF0354D8}" presName="spaceRect" presStyleCnt="0"/>
      <dgm:spPr/>
    </dgm:pt>
    <dgm:pt modelId="{FFA0D532-ADCC-402F-A24D-1D642A58BA3D}" type="pres">
      <dgm:prSet presAssocID="{5B85225F-5D16-43BD-BFF0-7A48DF0354D8}" presName="parTx" presStyleLbl="revTx" presStyleIdx="0" presStyleCnt="3">
        <dgm:presLayoutVars>
          <dgm:chMax val="0"/>
          <dgm:chPref val="0"/>
        </dgm:presLayoutVars>
      </dgm:prSet>
      <dgm:spPr/>
    </dgm:pt>
    <dgm:pt modelId="{B2BA066F-47D4-47DA-9AA7-32A7ED1EDEB3}" type="pres">
      <dgm:prSet presAssocID="{64392045-C3CB-4235-AE3A-ABA19B56884D}" presName="sibTrans" presStyleCnt="0"/>
      <dgm:spPr/>
    </dgm:pt>
    <dgm:pt modelId="{177A3050-23B8-4785-83AE-4DE369347810}" type="pres">
      <dgm:prSet presAssocID="{62AE2539-479E-4A5D-ABCA-54035494E71B}" presName="compNode" presStyleCnt="0"/>
      <dgm:spPr/>
    </dgm:pt>
    <dgm:pt modelId="{35431CDA-4B7E-4553-AC69-560F2DB39FED}" type="pres">
      <dgm:prSet presAssocID="{62AE2539-479E-4A5D-ABCA-54035494E71B}" presName="bgRect" presStyleLbl="bgShp" presStyleIdx="1" presStyleCnt="3"/>
      <dgm:spPr/>
    </dgm:pt>
    <dgm:pt modelId="{9667F634-1700-4E60-9CD7-BCB5AD306172}" type="pres">
      <dgm:prSet presAssocID="{62AE2539-479E-4A5D-ABCA-54035494E71B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83096C56-9973-4DD0-A663-B654F7FC61F0}" type="pres">
      <dgm:prSet presAssocID="{62AE2539-479E-4A5D-ABCA-54035494E71B}" presName="spaceRect" presStyleCnt="0"/>
      <dgm:spPr/>
    </dgm:pt>
    <dgm:pt modelId="{DB65F615-9B0B-4AC9-AC18-8D951836A876}" type="pres">
      <dgm:prSet presAssocID="{62AE2539-479E-4A5D-ABCA-54035494E71B}" presName="parTx" presStyleLbl="revTx" presStyleIdx="1" presStyleCnt="3">
        <dgm:presLayoutVars>
          <dgm:chMax val="0"/>
          <dgm:chPref val="0"/>
        </dgm:presLayoutVars>
      </dgm:prSet>
      <dgm:spPr/>
    </dgm:pt>
    <dgm:pt modelId="{2CD83CB1-1016-450A-B769-D5F853A6127C}" type="pres">
      <dgm:prSet presAssocID="{680D2B57-0891-4B97-8F0E-552F6BDCB665}" presName="sibTrans" presStyleCnt="0"/>
      <dgm:spPr/>
    </dgm:pt>
    <dgm:pt modelId="{0ACC93A9-10BC-459A-A9E5-FC13BB80512B}" type="pres">
      <dgm:prSet presAssocID="{71D72CE7-A50A-42E6-BFFA-1EDEF80E296C}" presName="compNode" presStyleCnt="0"/>
      <dgm:spPr/>
    </dgm:pt>
    <dgm:pt modelId="{4466D4E3-3C8D-4CF7-90A5-92C74CE71576}" type="pres">
      <dgm:prSet presAssocID="{71D72CE7-A50A-42E6-BFFA-1EDEF80E296C}" presName="bgRect" presStyleLbl="bgShp" presStyleIdx="2" presStyleCnt="3"/>
      <dgm:spPr/>
    </dgm:pt>
    <dgm:pt modelId="{165F4037-5900-4152-A22D-99AAB1340E19}" type="pres">
      <dgm:prSet presAssocID="{71D72CE7-A50A-42E6-BFFA-1EDEF80E296C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7D047F80-F6A5-4C16-8029-DA4D776D3629}" type="pres">
      <dgm:prSet presAssocID="{71D72CE7-A50A-42E6-BFFA-1EDEF80E296C}" presName="spaceRect" presStyleCnt="0"/>
      <dgm:spPr/>
    </dgm:pt>
    <dgm:pt modelId="{31F01CC9-2409-4CE7-9AD3-C5EF58C858E1}" type="pres">
      <dgm:prSet presAssocID="{71D72CE7-A50A-42E6-BFFA-1EDEF80E296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5305905-9C3D-4783-A119-B3B1A3018C84}" type="presOf" srcId="{71D72CE7-A50A-42E6-BFFA-1EDEF80E296C}" destId="{31F01CC9-2409-4CE7-9AD3-C5EF58C858E1}" srcOrd="0" destOrd="0" presId="urn:microsoft.com/office/officeart/2018/2/layout/IconVerticalSolidList"/>
    <dgm:cxn modelId="{E2E5CF7B-1F33-45C5-A9DE-620E8E6B8AF7}" type="presOf" srcId="{C339D6FB-C1C9-4899-AC5B-CAAE0462860B}" destId="{31954388-DE7A-4F2A-BC93-E39D49BAD8C3}" srcOrd="0" destOrd="0" presId="urn:microsoft.com/office/officeart/2018/2/layout/IconVerticalSolidList"/>
    <dgm:cxn modelId="{7033ED8E-2678-44FF-8350-0440A0823D9A}" type="presOf" srcId="{62AE2539-479E-4A5D-ABCA-54035494E71B}" destId="{DB65F615-9B0B-4AC9-AC18-8D951836A876}" srcOrd="0" destOrd="0" presId="urn:microsoft.com/office/officeart/2018/2/layout/IconVerticalSolidList"/>
    <dgm:cxn modelId="{170765A4-D06F-4705-90D8-809C63A88D7B}" srcId="{C339D6FB-C1C9-4899-AC5B-CAAE0462860B}" destId="{71D72CE7-A50A-42E6-BFFA-1EDEF80E296C}" srcOrd="2" destOrd="0" parTransId="{4813AED0-BD07-4C15-9325-29C945047FC3}" sibTransId="{22CE6333-4D09-4421-8C62-D051E4DD3D00}"/>
    <dgm:cxn modelId="{3A547DBA-DEC2-47A3-8F81-C89616B8D01B}" srcId="{C339D6FB-C1C9-4899-AC5B-CAAE0462860B}" destId="{62AE2539-479E-4A5D-ABCA-54035494E71B}" srcOrd="1" destOrd="0" parTransId="{068AE665-3EE5-4B9B-80EC-A12E4DF632AA}" sibTransId="{680D2B57-0891-4B97-8F0E-552F6BDCB665}"/>
    <dgm:cxn modelId="{9069EFCE-5EDA-4F7E-ADF2-1CEFD67C852F}" type="presOf" srcId="{5B85225F-5D16-43BD-BFF0-7A48DF0354D8}" destId="{FFA0D532-ADCC-402F-A24D-1D642A58BA3D}" srcOrd="0" destOrd="0" presId="urn:microsoft.com/office/officeart/2018/2/layout/IconVerticalSolidList"/>
    <dgm:cxn modelId="{5B5B4AF4-F02A-4634-969F-98C6F9E26E92}" srcId="{C339D6FB-C1C9-4899-AC5B-CAAE0462860B}" destId="{5B85225F-5D16-43BD-BFF0-7A48DF0354D8}" srcOrd="0" destOrd="0" parTransId="{FF7F600C-97FE-4DB8-B314-D8056A757435}" sibTransId="{64392045-C3CB-4235-AE3A-ABA19B56884D}"/>
    <dgm:cxn modelId="{0AF14AF0-F361-437A-BC68-1C68588BF16E}" type="presParOf" srcId="{31954388-DE7A-4F2A-BC93-E39D49BAD8C3}" destId="{7156AAB2-01C4-4C81-95E2-7B85C51D89BB}" srcOrd="0" destOrd="0" presId="urn:microsoft.com/office/officeart/2018/2/layout/IconVerticalSolidList"/>
    <dgm:cxn modelId="{0AC75DBE-D870-41B7-80F8-40CB9649D6B3}" type="presParOf" srcId="{7156AAB2-01C4-4C81-95E2-7B85C51D89BB}" destId="{1CC7187F-3A4E-49FA-AD90-976810E0ADD1}" srcOrd="0" destOrd="0" presId="urn:microsoft.com/office/officeart/2018/2/layout/IconVerticalSolidList"/>
    <dgm:cxn modelId="{845A0760-4304-483C-B5ED-9C03401E2C09}" type="presParOf" srcId="{7156AAB2-01C4-4C81-95E2-7B85C51D89BB}" destId="{4BDE95C3-3D4C-4B7E-AC37-9438F6B38173}" srcOrd="1" destOrd="0" presId="urn:microsoft.com/office/officeart/2018/2/layout/IconVerticalSolidList"/>
    <dgm:cxn modelId="{AA44C033-9681-49D2-8373-03A065583848}" type="presParOf" srcId="{7156AAB2-01C4-4C81-95E2-7B85C51D89BB}" destId="{7343ABB7-A1B0-464D-8FE3-B1547C690BC8}" srcOrd="2" destOrd="0" presId="urn:microsoft.com/office/officeart/2018/2/layout/IconVerticalSolidList"/>
    <dgm:cxn modelId="{C788D4ED-AD1B-4FDA-899E-300BE77821D1}" type="presParOf" srcId="{7156AAB2-01C4-4C81-95E2-7B85C51D89BB}" destId="{FFA0D532-ADCC-402F-A24D-1D642A58BA3D}" srcOrd="3" destOrd="0" presId="urn:microsoft.com/office/officeart/2018/2/layout/IconVerticalSolidList"/>
    <dgm:cxn modelId="{17EB58EF-37C0-4615-A2DB-226A98F12CBB}" type="presParOf" srcId="{31954388-DE7A-4F2A-BC93-E39D49BAD8C3}" destId="{B2BA066F-47D4-47DA-9AA7-32A7ED1EDEB3}" srcOrd="1" destOrd="0" presId="urn:microsoft.com/office/officeart/2018/2/layout/IconVerticalSolidList"/>
    <dgm:cxn modelId="{4E34F62E-AFCC-40D1-89CC-00407257A2FF}" type="presParOf" srcId="{31954388-DE7A-4F2A-BC93-E39D49BAD8C3}" destId="{177A3050-23B8-4785-83AE-4DE369347810}" srcOrd="2" destOrd="0" presId="urn:microsoft.com/office/officeart/2018/2/layout/IconVerticalSolidList"/>
    <dgm:cxn modelId="{CF457099-94E6-405E-8400-1A7D4D2B562E}" type="presParOf" srcId="{177A3050-23B8-4785-83AE-4DE369347810}" destId="{35431CDA-4B7E-4553-AC69-560F2DB39FED}" srcOrd="0" destOrd="0" presId="urn:microsoft.com/office/officeart/2018/2/layout/IconVerticalSolidList"/>
    <dgm:cxn modelId="{D10FFEA5-4D59-40FB-AC39-4580FD440B10}" type="presParOf" srcId="{177A3050-23B8-4785-83AE-4DE369347810}" destId="{9667F634-1700-4E60-9CD7-BCB5AD306172}" srcOrd="1" destOrd="0" presId="urn:microsoft.com/office/officeart/2018/2/layout/IconVerticalSolidList"/>
    <dgm:cxn modelId="{97BFC8D7-EE20-4368-BF0D-F0E851CF1869}" type="presParOf" srcId="{177A3050-23B8-4785-83AE-4DE369347810}" destId="{83096C56-9973-4DD0-A663-B654F7FC61F0}" srcOrd="2" destOrd="0" presId="urn:microsoft.com/office/officeart/2018/2/layout/IconVerticalSolidList"/>
    <dgm:cxn modelId="{C7A970BC-F76E-4A98-AF67-1F49036CF8DA}" type="presParOf" srcId="{177A3050-23B8-4785-83AE-4DE369347810}" destId="{DB65F615-9B0B-4AC9-AC18-8D951836A876}" srcOrd="3" destOrd="0" presId="urn:microsoft.com/office/officeart/2018/2/layout/IconVerticalSolidList"/>
    <dgm:cxn modelId="{FEF3982B-1859-4284-9FF1-EDAA1B8F9B45}" type="presParOf" srcId="{31954388-DE7A-4F2A-BC93-E39D49BAD8C3}" destId="{2CD83CB1-1016-450A-B769-D5F853A6127C}" srcOrd="3" destOrd="0" presId="urn:microsoft.com/office/officeart/2018/2/layout/IconVerticalSolidList"/>
    <dgm:cxn modelId="{A19648B2-487A-46FA-A3A8-D5E4472042C9}" type="presParOf" srcId="{31954388-DE7A-4F2A-BC93-E39D49BAD8C3}" destId="{0ACC93A9-10BC-459A-A9E5-FC13BB80512B}" srcOrd="4" destOrd="0" presId="urn:microsoft.com/office/officeart/2018/2/layout/IconVerticalSolidList"/>
    <dgm:cxn modelId="{8031BCB3-5EFB-4644-B757-EF63DCCAC7E3}" type="presParOf" srcId="{0ACC93A9-10BC-459A-A9E5-FC13BB80512B}" destId="{4466D4E3-3C8D-4CF7-90A5-92C74CE71576}" srcOrd="0" destOrd="0" presId="urn:microsoft.com/office/officeart/2018/2/layout/IconVerticalSolidList"/>
    <dgm:cxn modelId="{35914DA0-CB84-4204-9B4B-D58974F113BD}" type="presParOf" srcId="{0ACC93A9-10BC-459A-A9E5-FC13BB80512B}" destId="{165F4037-5900-4152-A22D-99AAB1340E19}" srcOrd="1" destOrd="0" presId="urn:microsoft.com/office/officeart/2018/2/layout/IconVerticalSolidList"/>
    <dgm:cxn modelId="{1202CDA8-595F-4FFA-A3CB-F73E6D97DD6B}" type="presParOf" srcId="{0ACC93A9-10BC-459A-A9E5-FC13BB80512B}" destId="{7D047F80-F6A5-4C16-8029-DA4D776D3629}" srcOrd="2" destOrd="0" presId="urn:microsoft.com/office/officeart/2018/2/layout/IconVerticalSolidList"/>
    <dgm:cxn modelId="{87952851-060A-4B2A-A998-A19D0F5760FA}" type="presParOf" srcId="{0ACC93A9-10BC-459A-A9E5-FC13BB80512B}" destId="{31F01CC9-2409-4CE7-9AD3-C5EF58C858E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8FCEF09-50DA-411A-B215-93DD220D7DFB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F604B6E-7CAA-48E1-91F3-A9EB24BB482F}">
      <dgm:prSet/>
      <dgm:spPr/>
      <dgm:t>
        <a:bodyPr/>
        <a:lstStyle/>
        <a:p>
          <a:r>
            <a:rPr lang="en-US"/>
            <a:t>Datasets: FoodInspectionData.csv and Closed_Food_Establishments.csv</a:t>
          </a:r>
        </a:p>
      </dgm:t>
    </dgm:pt>
    <dgm:pt modelId="{68A2F65D-BFEE-43AC-9F3E-51746EC79FEF}" type="parTrans" cxnId="{B7C5142A-A6B4-4AA0-8CD1-7893A763D567}">
      <dgm:prSet/>
      <dgm:spPr/>
      <dgm:t>
        <a:bodyPr/>
        <a:lstStyle/>
        <a:p>
          <a:endParaRPr lang="en-US"/>
        </a:p>
      </dgm:t>
    </dgm:pt>
    <dgm:pt modelId="{39FB1429-B868-409F-B925-7F55AB332E20}" type="sibTrans" cxnId="{B7C5142A-A6B4-4AA0-8CD1-7893A763D567}">
      <dgm:prSet/>
      <dgm:spPr/>
      <dgm:t>
        <a:bodyPr/>
        <a:lstStyle/>
        <a:p>
          <a:endParaRPr lang="en-US"/>
        </a:p>
      </dgm:t>
    </dgm:pt>
    <dgm:pt modelId="{E82E6334-F2CA-49B9-88F3-5FE22688C7F4}">
      <dgm:prSet/>
      <dgm:spPr/>
      <dgm:t>
        <a:bodyPr/>
        <a:lstStyle/>
        <a:p>
          <a:r>
            <a:rPr lang="en-US"/>
            <a:t>Contains inspection outcomes, dates, locations, and violation indicators</a:t>
          </a:r>
        </a:p>
      </dgm:t>
    </dgm:pt>
    <dgm:pt modelId="{910D2CD9-2CCF-42B9-B0E5-CE0890C74989}" type="parTrans" cxnId="{9E835B95-3C40-4BF6-BD53-D445763C84CC}">
      <dgm:prSet/>
      <dgm:spPr/>
      <dgm:t>
        <a:bodyPr/>
        <a:lstStyle/>
        <a:p>
          <a:endParaRPr lang="en-US"/>
        </a:p>
      </dgm:t>
    </dgm:pt>
    <dgm:pt modelId="{85E660D7-DB4A-4267-AC7A-3638CF6F15D9}" type="sibTrans" cxnId="{9E835B95-3C40-4BF6-BD53-D445763C84CC}">
      <dgm:prSet/>
      <dgm:spPr/>
      <dgm:t>
        <a:bodyPr/>
        <a:lstStyle/>
        <a:p>
          <a:endParaRPr lang="en-US"/>
        </a:p>
      </dgm:t>
    </dgm:pt>
    <dgm:pt modelId="{ABD13AB0-14C9-48BC-8F73-9DA4658B19F1}">
      <dgm:prSet/>
      <dgm:spPr/>
      <dgm:t>
        <a:bodyPr/>
        <a:lstStyle/>
        <a:p>
          <a:r>
            <a:rPr lang="en-US"/>
            <a:t>Tools Used: R, tidyverse, ggplot2, lubridate, GitHub</a:t>
          </a:r>
        </a:p>
      </dgm:t>
    </dgm:pt>
    <dgm:pt modelId="{991353FF-7009-4A19-A3A8-7C80979EBEC7}" type="parTrans" cxnId="{3519A354-3E02-4D5B-9730-0FF6ACA14549}">
      <dgm:prSet/>
      <dgm:spPr/>
      <dgm:t>
        <a:bodyPr/>
        <a:lstStyle/>
        <a:p>
          <a:endParaRPr lang="en-US"/>
        </a:p>
      </dgm:t>
    </dgm:pt>
    <dgm:pt modelId="{5349F5AF-3AA8-4633-B64C-5BCBCA1BAE34}" type="sibTrans" cxnId="{3519A354-3E02-4D5B-9730-0FF6ACA14549}">
      <dgm:prSet/>
      <dgm:spPr/>
      <dgm:t>
        <a:bodyPr/>
        <a:lstStyle/>
        <a:p>
          <a:endParaRPr lang="en-US"/>
        </a:p>
      </dgm:t>
    </dgm:pt>
    <dgm:pt modelId="{C7FA620F-E03F-E543-8182-4C0593A1913B}" type="pres">
      <dgm:prSet presAssocID="{28FCEF09-50DA-411A-B215-93DD220D7DFB}" presName="outerComposite" presStyleCnt="0">
        <dgm:presLayoutVars>
          <dgm:chMax val="5"/>
          <dgm:dir/>
          <dgm:resizeHandles val="exact"/>
        </dgm:presLayoutVars>
      </dgm:prSet>
      <dgm:spPr/>
    </dgm:pt>
    <dgm:pt modelId="{8626530F-2077-AC4C-98D9-67C31F882A5D}" type="pres">
      <dgm:prSet presAssocID="{28FCEF09-50DA-411A-B215-93DD220D7DFB}" presName="dummyMaxCanvas" presStyleCnt="0">
        <dgm:presLayoutVars/>
      </dgm:prSet>
      <dgm:spPr/>
    </dgm:pt>
    <dgm:pt modelId="{9EC30D82-A720-7945-BB6E-2BD106405AAA}" type="pres">
      <dgm:prSet presAssocID="{28FCEF09-50DA-411A-B215-93DD220D7DFB}" presName="ThreeNodes_1" presStyleLbl="node1" presStyleIdx="0" presStyleCnt="3">
        <dgm:presLayoutVars>
          <dgm:bulletEnabled val="1"/>
        </dgm:presLayoutVars>
      </dgm:prSet>
      <dgm:spPr/>
    </dgm:pt>
    <dgm:pt modelId="{9B4A6DB8-06CF-2B45-9836-168C4473D0CA}" type="pres">
      <dgm:prSet presAssocID="{28FCEF09-50DA-411A-B215-93DD220D7DFB}" presName="ThreeNodes_2" presStyleLbl="node1" presStyleIdx="1" presStyleCnt="3">
        <dgm:presLayoutVars>
          <dgm:bulletEnabled val="1"/>
        </dgm:presLayoutVars>
      </dgm:prSet>
      <dgm:spPr/>
    </dgm:pt>
    <dgm:pt modelId="{B93EC7EF-6029-6140-9D8F-1B3239027B23}" type="pres">
      <dgm:prSet presAssocID="{28FCEF09-50DA-411A-B215-93DD220D7DFB}" presName="ThreeNodes_3" presStyleLbl="node1" presStyleIdx="2" presStyleCnt="3">
        <dgm:presLayoutVars>
          <dgm:bulletEnabled val="1"/>
        </dgm:presLayoutVars>
      </dgm:prSet>
      <dgm:spPr/>
    </dgm:pt>
    <dgm:pt modelId="{BE5FF27A-FC92-3440-B532-5A31CE5DC065}" type="pres">
      <dgm:prSet presAssocID="{28FCEF09-50DA-411A-B215-93DD220D7DFB}" presName="ThreeConn_1-2" presStyleLbl="fgAccFollowNode1" presStyleIdx="0" presStyleCnt="2">
        <dgm:presLayoutVars>
          <dgm:bulletEnabled val="1"/>
        </dgm:presLayoutVars>
      </dgm:prSet>
      <dgm:spPr/>
    </dgm:pt>
    <dgm:pt modelId="{6CAB17F0-9F89-FD4E-A61F-14A2A138F4A2}" type="pres">
      <dgm:prSet presAssocID="{28FCEF09-50DA-411A-B215-93DD220D7DFB}" presName="ThreeConn_2-3" presStyleLbl="fgAccFollowNode1" presStyleIdx="1" presStyleCnt="2">
        <dgm:presLayoutVars>
          <dgm:bulletEnabled val="1"/>
        </dgm:presLayoutVars>
      </dgm:prSet>
      <dgm:spPr/>
    </dgm:pt>
    <dgm:pt modelId="{7A4C12FB-0330-1F4F-B8D6-595DBA253F5E}" type="pres">
      <dgm:prSet presAssocID="{28FCEF09-50DA-411A-B215-93DD220D7DFB}" presName="ThreeNodes_1_text" presStyleLbl="node1" presStyleIdx="2" presStyleCnt="3">
        <dgm:presLayoutVars>
          <dgm:bulletEnabled val="1"/>
        </dgm:presLayoutVars>
      </dgm:prSet>
      <dgm:spPr/>
    </dgm:pt>
    <dgm:pt modelId="{D5242C73-E4CD-934B-8C1A-C5CFF6FF2D0A}" type="pres">
      <dgm:prSet presAssocID="{28FCEF09-50DA-411A-B215-93DD220D7DFB}" presName="ThreeNodes_2_text" presStyleLbl="node1" presStyleIdx="2" presStyleCnt="3">
        <dgm:presLayoutVars>
          <dgm:bulletEnabled val="1"/>
        </dgm:presLayoutVars>
      </dgm:prSet>
      <dgm:spPr/>
    </dgm:pt>
    <dgm:pt modelId="{30DB15B7-1BC5-7348-9D54-EC7EE079BECE}" type="pres">
      <dgm:prSet presAssocID="{28FCEF09-50DA-411A-B215-93DD220D7DFB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C2598B09-A606-3647-8421-0E575C4E9DC4}" type="presOf" srcId="{E82E6334-F2CA-49B9-88F3-5FE22688C7F4}" destId="{D5242C73-E4CD-934B-8C1A-C5CFF6FF2D0A}" srcOrd="1" destOrd="0" presId="urn:microsoft.com/office/officeart/2005/8/layout/vProcess5"/>
    <dgm:cxn modelId="{A8B6E60E-CA90-8D42-A996-927A81C1C180}" type="presOf" srcId="{ABD13AB0-14C9-48BC-8F73-9DA4658B19F1}" destId="{30DB15B7-1BC5-7348-9D54-EC7EE079BECE}" srcOrd="1" destOrd="0" presId="urn:microsoft.com/office/officeart/2005/8/layout/vProcess5"/>
    <dgm:cxn modelId="{65A47919-48D1-3243-8EC3-7798A21581D9}" type="presOf" srcId="{EF604B6E-7CAA-48E1-91F3-A9EB24BB482F}" destId="{7A4C12FB-0330-1F4F-B8D6-595DBA253F5E}" srcOrd="1" destOrd="0" presId="urn:microsoft.com/office/officeart/2005/8/layout/vProcess5"/>
    <dgm:cxn modelId="{6535F21A-2267-6744-9F42-3AB0DD97071B}" type="presOf" srcId="{EF604B6E-7CAA-48E1-91F3-A9EB24BB482F}" destId="{9EC30D82-A720-7945-BB6E-2BD106405AAA}" srcOrd="0" destOrd="0" presId="urn:microsoft.com/office/officeart/2005/8/layout/vProcess5"/>
    <dgm:cxn modelId="{F9418B20-C3C4-1742-9361-95F08618C626}" type="presOf" srcId="{E82E6334-F2CA-49B9-88F3-5FE22688C7F4}" destId="{9B4A6DB8-06CF-2B45-9836-168C4473D0CA}" srcOrd="0" destOrd="0" presId="urn:microsoft.com/office/officeart/2005/8/layout/vProcess5"/>
    <dgm:cxn modelId="{B7C5142A-A6B4-4AA0-8CD1-7893A763D567}" srcId="{28FCEF09-50DA-411A-B215-93DD220D7DFB}" destId="{EF604B6E-7CAA-48E1-91F3-A9EB24BB482F}" srcOrd="0" destOrd="0" parTransId="{68A2F65D-BFEE-43AC-9F3E-51746EC79FEF}" sibTransId="{39FB1429-B868-409F-B925-7F55AB332E20}"/>
    <dgm:cxn modelId="{3519A354-3E02-4D5B-9730-0FF6ACA14549}" srcId="{28FCEF09-50DA-411A-B215-93DD220D7DFB}" destId="{ABD13AB0-14C9-48BC-8F73-9DA4658B19F1}" srcOrd="2" destOrd="0" parTransId="{991353FF-7009-4A19-A3A8-7C80979EBEC7}" sibTransId="{5349F5AF-3AA8-4633-B64C-5BCBCA1BAE34}"/>
    <dgm:cxn modelId="{8A28ED94-B982-BD4C-B031-47C3E1990BE1}" type="presOf" srcId="{ABD13AB0-14C9-48BC-8F73-9DA4658B19F1}" destId="{B93EC7EF-6029-6140-9D8F-1B3239027B23}" srcOrd="0" destOrd="0" presId="urn:microsoft.com/office/officeart/2005/8/layout/vProcess5"/>
    <dgm:cxn modelId="{9E835B95-3C40-4BF6-BD53-D445763C84CC}" srcId="{28FCEF09-50DA-411A-B215-93DD220D7DFB}" destId="{E82E6334-F2CA-49B9-88F3-5FE22688C7F4}" srcOrd="1" destOrd="0" parTransId="{910D2CD9-2CCF-42B9-B0E5-CE0890C74989}" sibTransId="{85E660D7-DB4A-4267-AC7A-3638CF6F15D9}"/>
    <dgm:cxn modelId="{01EADFD2-39E6-404E-8C75-CC67F03EFCAF}" type="presOf" srcId="{39FB1429-B868-409F-B925-7F55AB332E20}" destId="{BE5FF27A-FC92-3440-B532-5A31CE5DC065}" srcOrd="0" destOrd="0" presId="urn:microsoft.com/office/officeart/2005/8/layout/vProcess5"/>
    <dgm:cxn modelId="{82E95EF9-E08B-9F45-A1F6-AE2032812DF5}" type="presOf" srcId="{85E660D7-DB4A-4267-AC7A-3638CF6F15D9}" destId="{6CAB17F0-9F89-FD4E-A61F-14A2A138F4A2}" srcOrd="0" destOrd="0" presId="urn:microsoft.com/office/officeart/2005/8/layout/vProcess5"/>
    <dgm:cxn modelId="{2E8C12FC-823C-8248-9CE8-ED6726E0A427}" type="presOf" srcId="{28FCEF09-50DA-411A-B215-93DD220D7DFB}" destId="{C7FA620F-E03F-E543-8182-4C0593A1913B}" srcOrd="0" destOrd="0" presId="urn:microsoft.com/office/officeart/2005/8/layout/vProcess5"/>
    <dgm:cxn modelId="{7F27DD9E-A03B-0A43-8013-3A70E9890338}" type="presParOf" srcId="{C7FA620F-E03F-E543-8182-4C0593A1913B}" destId="{8626530F-2077-AC4C-98D9-67C31F882A5D}" srcOrd="0" destOrd="0" presId="urn:microsoft.com/office/officeart/2005/8/layout/vProcess5"/>
    <dgm:cxn modelId="{D8DA1A74-3394-E24A-BA8E-C23E55F80503}" type="presParOf" srcId="{C7FA620F-E03F-E543-8182-4C0593A1913B}" destId="{9EC30D82-A720-7945-BB6E-2BD106405AAA}" srcOrd="1" destOrd="0" presId="urn:microsoft.com/office/officeart/2005/8/layout/vProcess5"/>
    <dgm:cxn modelId="{6D1FAEBC-D1DC-4549-9870-206A318DE75D}" type="presParOf" srcId="{C7FA620F-E03F-E543-8182-4C0593A1913B}" destId="{9B4A6DB8-06CF-2B45-9836-168C4473D0CA}" srcOrd="2" destOrd="0" presId="urn:microsoft.com/office/officeart/2005/8/layout/vProcess5"/>
    <dgm:cxn modelId="{25D53773-A063-E94A-85D3-2632526FFB14}" type="presParOf" srcId="{C7FA620F-E03F-E543-8182-4C0593A1913B}" destId="{B93EC7EF-6029-6140-9D8F-1B3239027B23}" srcOrd="3" destOrd="0" presId="urn:microsoft.com/office/officeart/2005/8/layout/vProcess5"/>
    <dgm:cxn modelId="{7CCEA957-1327-5742-9280-03A48D1A1F80}" type="presParOf" srcId="{C7FA620F-E03F-E543-8182-4C0593A1913B}" destId="{BE5FF27A-FC92-3440-B532-5A31CE5DC065}" srcOrd="4" destOrd="0" presId="urn:microsoft.com/office/officeart/2005/8/layout/vProcess5"/>
    <dgm:cxn modelId="{7CC5AF34-3E93-9C42-8043-3E173F489A30}" type="presParOf" srcId="{C7FA620F-E03F-E543-8182-4C0593A1913B}" destId="{6CAB17F0-9F89-FD4E-A61F-14A2A138F4A2}" srcOrd="5" destOrd="0" presId="urn:microsoft.com/office/officeart/2005/8/layout/vProcess5"/>
    <dgm:cxn modelId="{F28253BB-1B48-C34A-B783-C60F401114CE}" type="presParOf" srcId="{C7FA620F-E03F-E543-8182-4C0593A1913B}" destId="{7A4C12FB-0330-1F4F-B8D6-595DBA253F5E}" srcOrd="6" destOrd="0" presId="urn:microsoft.com/office/officeart/2005/8/layout/vProcess5"/>
    <dgm:cxn modelId="{E330DAA9-5D8D-C545-9714-D55E5D82F52E}" type="presParOf" srcId="{C7FA620F-E03F-E543-8182-4C0593A1913B}" destId="{D5242C73-E4CD-934B-8C1A-C5CFF6FF2D0A}" srcOrd="7" destOrd="0" presId="urn:microsoft.com/office/officeart/2005/8/layout/vProcess5"/>
    <dgm:cxn modelId="{AE8B4F11-A9B0-AE42-BF04-F8C2041CC651}" type="presParOf" srcId="{C7FA620F-E03F-E543-8182-4C0593A1913B}" destId="{30DB15B7-1BC5-7348-9D54-EC7EE079BECE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25A30A7-3D0E-4385-8FFE-6534AF23550F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0D68855-D452-4954-85ED-C15196314B14}">
      <dgm:prSet/>
      <dgm:spPr/>
      <dgm:t>
        <a:bodyPr/>
        <a:lstStyle/>
        <a:p>
          <a:r>
            <a:rPr lang="en-US"/>
            <a:t>Removed duplicate inspection rows</a:t>
          </a:r>
        </a:p>
      </dgm:t>
    </dgm:pt>
    <dgm:pt modelId="{410CD56C-561A-49E7-A283-4F328A77508E}" type="parTrans" cxnId="{61E59DF1-6D1E-48BB-BF5F-87B07A86BA55}">
      <dgm:prSet/>
      <dgm:spPr/>
      <dgm:t>
        <a:bodyPr/>
        <a:lstStyle/>
        <a:p>
          <a:endParaRPr lang="en-US"/>
        </a:p>
      </dgm:t>
    </dgm:pt>
    <dgm:pt modelId="{E9D10D35-5330-451A-9CD1-7C369D9936BB}" type="sibTrans" cxnId="{61E59DF1-6D1E-48BB-BF5F-87B07A86BA55}">
      <dgm:prSet/>
      <dgm:spPr/>
      <dgm:t>
        <a:bodyPr/>
        <a:lstStyle/>
        <a:p>
          <a:endParaRPr lang="en-US"/>
        </a:p>
      </dgm:t>
    </dgm:pt>
    <dgm:pt modelId="{A557C9C2-CECF-40F3-9226-46E6863C7E4D}">
      <dgm:prSet/>
      <dgm:spPr/>
      <dgm:t>
        <a:bodyPr/>
        <a:lstStyle/>
        <a:p>
          <a:r>
            <a:rPr lang="en-US"/>
            <a:t>Standardized ZIP codes and city names</a:t>
          </a:r>
        </a:p>
      </dgm:t>
    </dgm:pt>
    <dgm:pt modelId="{64454D7A-A6C3-4CAE-8653-850CD13D6AD7}" type="parTrans" cxnId="{EB997270-EE79-4331-9319-1799251EFECD}">
      <dgm:prSet/>
      <dgm:spPr/>
      <dgm:t>
        <a:bodyPr/>
        <a:lstStyle/>
        <a:p>
          <a:endParaRPr lang="en-US"/>
        </a:p>
      </dgm:t>
    </dgm:pt>
    <dgm:pt modelId="{6A5733B2-8097-4761-901D-C7C60AB0C617}" type="sibTrans" cxnId="{EB997270-EE79-4331-9319-1799251EFECD}">
      <dgm:prSet/>
      <dgm:spPr/>
      <dgm:t>
        <a:bodyPr/>
        <a:lstStyle/>
        <a:p>
          <a:endParaRPr lang="en-US"/>
        </a:p>
      </dgm:t>
    </dgm:pt>
    <dgm:pt modelId="{5C733DAF-8D3D-4406-8526-02FA7285BB05}">
      <dgm:prSet/>
      <dgm:spPr/>
      <dgm:t>
        <a:bodyPr/>
        <a:lstStyle/>
        <a:p>
          <a:r>
            <a:rPr lang="en-US"/>
            <a:t>Converted inspection dates into date format</a:t>
          </a:r>
        </a:p>
      </dgm:t>
    </dgm:pt>
    <dgm:pt modelId="{C0EE0109-A81B-4BA7-93DB-071DB86338FB}" type="parTrans" cxnId="{44AFE45B-1CED-4707-B094-ED8BC9E17BE8}">
      <dgm:prSet/>
      <dgm:spPr/>
      <dgm:t>
        <a:bodyPr/>
        <a:lstStyle/>
        <a:p>
          <a:endParaRPr lang="en-US"/>
        </a:p>
      </dgm:t>
    </dgm:pt>
    <dgm:pt modelId="{D702DE00-B2DC-4E3B-B039-DA27F2CE2032}" type="sibTrans" cxnId="{44AFE45B-1CED-4707-B094-ED8BC9E17BE8}">
      <dgm:prSet/>
      <dgm:spPr/>
      <dgm:t>
        <a:bodyPr/>
        <a:lstStyle/>
        <a:p>
          <a:endParaRPr lang="en-US"/>
        </a:p>
      </dgm:t>
    </dgm:pt>
    <dgm:pt modelId="{0BC1598B-FB0A-4821-8817-0FBEB600929B}">
      <dgm:prSet/>
      <dgm:spPr/>
      <dgm:t>
        <a:bodyPr/>
        <a:lstStyle/>
        <a:p>
          <a:r>
            <a:rPr lang="en-US"/>
            <a:t>Created variables such as critical_count and is_closed</a:t>
          </a:r>
        </a:p>
      </dgm:t>
    </dgm:pt>
    <dgm:pt modelId="{E13182F2-8DEB-4336-B55F-5882A3827D07}" type="parTrans" cxnId="{8E16466C-FC3C-4D03-8C25-5C1947440FAC}">
      <dgm:prSet/>
      <dgm:spPr/>
      <dgm:t>
        <a:bodyPr/>
        <a:lstStyle/>
        <a:p>
          <a:endParaRPr lang="en-US"/>
        </a:p>
      </dgm:t>
    </dgm:pt>
    <dgm:pt modelId="{8657EDAB-8585-48BD-8638-7D4A940C77F0}" type="sibTrans" cxnId="{8E16466C-FC3C-4D03-8C25-5C1947440FAC}">
      <dgm:prSet/>
      <dgm:spPr/>
      <dgm:t>
        <a:bodyPr/>
        <a:lstStyle/>
        <a:p>
          <a:endParaRPr lang="en-US"/>
        </a:p>
      </dgm:t>
    </dgm:pt>
    <dgm:pt modelId="{3A71C431-3894-482E-A237-112D534673C3}">
      <dgm:prSet/>
      <dgm:spPr/>
      <dgm:t>
        <a:bodyPr/>
        <a:lstStyle/>
        <a:p>
          <a:r>
            <a:rPr lang="en-US"/>
            <a:t>Full details available in GitHub</a:t>
          </a:r>
        </a:p>
      </dgm:t>
    </dgm:pt>
    <dgm:pt modelId="{48CF4CED-3A4E-45D8-A24E-4C5F8FB273D7}" type="parTrans" cxnId="{64B0FC12-A68A-4C21-98E2-4B2851B7BDEE}">
      <dgm:prSet/>
      <dgm:spPr/>
      <dgm:t>
        <a:bodyPr/>
        <a:lstStyle/>
        <a:p>
          <a:endParaRPr lang="en-US"/>
        </a:p>
      </dgm:t>
    </dgm:pt>
    <dgm:pt modelId="{5B06C678-E724-46E9-AEFE-48B157BE95BB}" type="sibTrans" cxnId="{64B0FC12-A68A-4C21-98E2-4B2851B7BDEE}">
      <dgm:prSet/>
      <dgm:spPr/>
      <dgm:t>
        <a:bodyPr/>
        <a:lstStyle/>
        <a:p>
          <a:endParaRPr lang="en-US"/>
        </a:p>
      </dgm:t>
    </dgm:pt>
    <dgm:pt modelId="{5077451B-5C65-B94E-993A-6A7D4DAB141F}" type="pres">
      <dgm:prSet presAssocID="{725A30A7-3D0E-4385-8FFE-6534AF23550F}" presName="outerComposite" presStyleCnt="0">
        <dgm:presLayoutVars>
          <dgm:chMax val="5"/>
          <dgm:dir/>
          <dgm:resizeHandles val="exact"/>
        </dgm:presLayoutVars>
      </dgm:prSet>
      <dgm:spPr/>
    </dgm:pt>
    <dgm:pt modelId="{7756DF0B-E488-CC4C-9651-AA7B71A3215A}" type="pres">
      <dgm:prSet presAssocID="{725A30A7-3D0E-4385-8FFE-6534AF23550F}" presName="dummyMaxCanvas" presStyleCnt="0">
        <dgm:presLayoutVars/>
      </dgm:prSet>
      <dgm:spPr/>
    </dgm:pt>
    <dgm:pt modelId="{D0AB44F9-D3E3-C542-AA32-320B28B71FC5}" type="pres">
      <dgm:prSet presAssocID="{725A30A7-3D0E-4385-8FFE-6534AF23550F}" presName="FiveNodes_1" presStyleLbl="node1" presStyleIdx="0" presStyleCnt="5">
        <dgm:presLayoutVars>
          <dgm:bulletEnabled val="1"/>
        </dgm:presLayoutVars>
      </dgm:prSet>
      <dgm:spPr/>
    </dgm:pt>
    <dgm:pt modelId="{B3578879-3DE6-5E4A-B534-3599CE245D19}" type="pres">
      <dgm:prSet presAssocID="{725A30A7-3D0E-4385-8FFE-6534AF23550F}" presName="FiveNodes_2" presStyleLbl="node1" presStyleIdx="1" presStyleCnt="5">
        <dgm:presLayoutVars>
          <dgm:bulletEnabled val="1"/>
        </dgm:presLayoutVars>
      </dgm:prSet>
      <dgm:spPr/>
    </dgm:pt>
    <dgm:pt modelId="{1BAA3CA3-6E3B-F043-BD2F-1FC0B30AAB65}" type="pres">
      <dgm:prSet presAssocID="{725A30A7-3D0E-4385-8FFE-6534AF23550F}" presName="FiveNodes_3" presStyleLbl="node1" presStyleIdx="2" presStyleCnt="5">
        <dgm:presLayoutVars>
          <dgm:bulletEnabled val="1"/>
        </dgm:presLayoutVars>
      </dgm:prSet>
      <dgm:spPr/>
    </dgm:pt>
    <dgm:pt modelId="{3C93317F-A183-F74F-B66E-133995BCC468}" type="pres">
      <dgm:prSet presAssocID="{725A30A7-3D0E-4385-8FFE-6534AF23550F}" presName="FiveNodes_4" presStyleLbl="node1" presStyleIdx="3" presStyleCnt="5">
        <dgm:presLayoutVars>
          <dgm:bulletEnabled val="1"/>
        </dgm:presLayoutVars>
      </dgm:prSet>
      <dgm:spPr/>
    </dgm:pt>
    <dgm:pt modelId="{17524B87-9BEB-514D-ADF7-A9C97E2484A0}" type="pres">
      <dgm:prSet presAssocID="{725A30A7-3D0E-4385-8FFE-6534AF23550F}" presName="FiveNodes_5" presStyleLbl="node1" presStyleIdx="4" presStyleCnt="5">
        <dgm:presLayoutVars>
          <dgm:bulletEnabled val="1"/>
        </dgm:presLayoutVars>
      </dgm:prSet>
      <dgm:spPr/>
    </dgm:pt>
    <dgm:pt modelId="{F924BCCF-24FF-6645-861F-282A7AA0D245}" type="pres">
      <dgm:prSet presAssocID="{725A30A7-3D0E-4385-8FFE-6534AF23550F}" presName="FiveConn_1-2" presStyleLbl="fgAccFollowNode1" presStyleIdx="0" presStyleCnt="4">
        <dgm:presLayoutVars>
          <dgm:bulletEnabled val="1"/>
        </dgm:presLayoutVars>
      </dgm:prSet>
      <dgm:spPr/>
    </dgm:pt>
    <dgm:pt modelId="{785F6B53-7E08-734E-B38E-BADD8957B57E}" type="pres">
      <dgm:prSet presAssocID="{725A30A7-3D0E-4385-8FFE-6534AF23550F}" presName="FiveConn_2-3" presStyleLbl="fgAccFollowNode1" presStyleIdx="1" presStyleCnt="4">
        <dgm:presLayoutVars>
          <dgm:bulletEnabled val="1"/>
        </dgm:presLayoutVars>
      </dgm:prSet>
      <dgm:spPr/>
    </dgm:pt>
    <dgm:pt modelId="{E63BFBEC-4A1E-3F46-A35E-210C200F2B21}" type="pres">
      <dgm:prSet presAssocID="{725A30A7-3D0E-4385-8FFE-6534AF23550F}" presName="FiveConn_3-4" presStyleLbl="fgAccFollowNode1" presStyleIdx="2" presStyleCnt="4">
        <dgm:presLayoutVars>
          <dgm:bulletEnabled val="1"/>
        </dgm:presLayoutVars>
      </dgm:prSet>
      <dgm:spPr/>
    </dgm:pt>
    <dgm:pt modelId="{D3D6F545-B9AC-7141-B26F-5A6FA07957B4}" type="pres">
      <dgm:prSet presAssocID="{725A30A7-3D0E-4385-8FFE-6534AF23550F}" presName="FiveConn_4-5" presStyleLbl="fgAccFollowNode1" presStyleIdx="3" presStyleCnt="4">
        <dgm:presLayoutVars>
          <dgm:bulletEnabled val="1"/>
        </dgm:presLayoutVars>
      </dgm:prSet>
      <dgm:spPr/>
    </dgm:pt>
    <dgm:pt modelId="{1148270F-0383-524F-83DA-0E009096C95A}" type="pres">
      <dgm:prSet presAssocID="{725A30A7-3D0E-4385-8FFE-6534AF23550F}" presName="FiveNodes_1_text" presStyleLbl="node1" presStyleIdx="4" presStyleCnt="5">
        <dgm:presLayoutVars>
          <dgm:bulletEnabled val="1"/>
        </dgm:presLayoutVars>
      </dgm:prSet>
      <dgm:spPr/>
    </dgm:pt>
    <dgm:pt modelId="{6A4277E0-9503-A94D-8F8B-547B9A11AF30}" type="pres">
      <dgm:prSet presAssocID="{725A30A7-3D0E-4385-8FFE-6534AF23550F}" presName="FiveNodes_2_text" presStyleLbl="node1" presStyleIdx="4" presStyleCnt="5">
        <dgm:presLayoutVars>
          <dgm:bulletEnabled val="1"/>
        </dgm:presLayoutVars>
      </dgm:prSet>
      <dgm:spPr/>
    </dgm:pt>
    <dgm:pt modelId="{67EAB7BB-85D5-E54E-A503-EA046E00019D}" type="pres">
      <dgm:prSet presAssocID="{725A30A7-3D0E-4385-8FFE-6534AF23550F}" presName="FiveNodes_3_text" presStyleLbl="node1" presStyleIdx="4" presStyleCnt="5">
        <dgm:presLayoutVars>
          <dgm:bulletEnabled val="1"/>
        </dgm:presLayoutVars>
      </dgm:prSet>
      <dgm:spPr/>
    </dgm:pt>
    <dgm:pt modelId="{3D2BC401-576D-D243-8F7E-9FC536E22A8E}" type="pres">
      <dgm:prSet presAssocID="{725A30A7-3D0E-4385-8FFE-6534AF23550F}" presName="FiveNodes_4_text" presStyleLbl="node1" presStyleIdx="4" presStyleCnt="5">
        <dgm:presLayoutVars>
          <dgm:bulletEnabled val="1"/>
        </dgm:presLayoutVars>
      </dgm:prSet>
      <dgm:spPr/>
    </dgm:pt>
    <dgm:pt modelId="{811A4070-F803-9D4E-A327-32A6707E9E27}" type="pres">
      <dgm:prSet presAssocID="{725A30A7-3D0E-4385-8FFE-6534AF23550F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96E66906-0795-2D43-85BB-FC1AF8D07D70}" type="presOf" srcId="{725A30A7-3D0E-4385-8FFE-6534AF23550F}" destId="{5077451B-5C65-B94E-993A-6A7D4DAB141F}" srcOrd="0" destOrd="0" presId="urn:microsoft.com/office/officeart/2005/8/layout/vProcess5"/>
    <dgm:cxn modelId="{9690B112-A308-E745-8DDA-8D19F4B89239}" type="presOf" srcId="{0BC1598B-FB0A-4821-8817-0FBEB600929B}" destId="{3C93317F-A183-F74F-B66E-133995BCC468}" srcOrd="0" destOrd="0" presId="urn:microsoft.com/office/officeart/2005/8/layout/vProcess5"/>
    <dgm:cxn modelId="{64B0FC12-A68A-4C21-98E2-4B2851B7BDEE}" srcId="{725A30A7-3D0E-4385-8FFE-6534AF23550F}" destId="{3A71C431-3894-482E-A237-112D534673C3}" srcOrd="4" destOrd="0" parTransId="{48CF4CED-3A4E-45D8-A24E-4C5F8FB273D7}" sibTransId="{5B06C678-E724-46E9-AEFE-48B157BE95BB}"/>
    <dgm:cxn modelId="{44995916-A370-0147-93AF-EA9F17425B06}" type="presOf" srcId="{6A5733B2-8097-4761-901D-C7C60AB0C617}" destId="{785F6B53-7E08-734E-B38E-BADD8957B57E}" srcOrd="0" destOrd="0" presId="urn:microsoft.com/office/officeart/2005/8/layout/vProcess5"/>
    <dgm:cxn modelId="{CA6CB024-ED0A-5A48-839A-F36F2B2593CD}" type="presOf" srcId="{D702DE00-B2DC-4E3B-B039-DA27F2CE2032}" destId="{E63BFBEC-4A1E-3F46-A35E-210C200F2B21}" srcOrd="0" destOrd="0" presId="urn:microsoft.com/office/officeart/2005/8/layout/vProcess5"/>
    <dgm:cxn modelId="{44AFE45B-1CED-4707-B094-ED8BC9E17BE8}" srcId="{725A30A7-3D0E-4385-8FFE-6534AF23550F}" destId="{5C733DAF-8D3D-4406-8526-02FA7285BB05}" srcOrd="2" destOrd="0" parTransId="{C0EE0109-A81B-4BA7-93DB-071DB86338FB}" sibTransId="{D702DE00-B2DC-4E3B-B039-DA27F2CE2032}"/>
    <dgm:cxn modelId="{36CF0067-19CC-7649-81B2-574E23800CAA}" type="presOf" srcId="{A557C9C2-CECF-40F3-9226-46E6863C7E4D}" destId="{6A4277E0-9503-A94D-8F8B-547B9A11AF30}" srcOrd="1" destOrd="0" presId="urn:microsoft.com/office/officeart/2005/8/layout/vProcess5"/>
    <dgm:cxn modelId="{02F69F67-54E6-9A4D-ADC4-CA083BF0EDD7}" type="presOf" srcId="{40D68855-D452-4954-85ED-C15196314B14}" destId="{1148270F-0383-524F-83DA-0E009096C95A}" srcOrd="1" destOrd="0" presId="urn:microsoft.com/office/officeart/2005/8/layout/vProcess5"/>
    <dgm:cxn modelId="{2716FD6A-B0EF-9F4E-95CF-809B0367BB39}" type="presOf" srcId="{E9D10D35-5330-451A-9CD1-7C369D9936BB}" destId="{F924BCCF-24FF-6645-861F-282A7AA0D245}" srcOrd="0" destOrd="0" presId="urn:microsoft.com/office/officeart/2005/8/layout/vProcess5"/>
    <dgm:cxn modelId="{8E16466C-FC3C-4D03-8C25-5C1947440FAC}" srcId="{725A30A7-3D0E-4385-8FFE-6534AF23550F}" destId="{0BC1598B-FB0A-4821-8817-0FBEB600929B}" srcOrd="3" destOrd="0" parTransId="{E13182F2-8DEB-4336-B55F-5882A3827D07}" sibTransId="{8657EDAB-8585-48BD-8638-7D4A940C77F0}"/>
    <dgm:cxn modelId="{EB997270-EE79-4331-9319-1799251EFECD}" srcId="{725A30A7-3D0E-4385-8FFE-6534AF23550F}" destId="{A557C9C2-CECF-40F3-9226-46E6863C7E4D}" srcOrd="1" destOrd="0" parTransId="{64454D7A-A6C3-4CAE-8653-850CD13D6AD7}" sibTransId="{6A5733B2-8097-4761-901D-C7C60AB0C617}"/>
    <dgm:cxn modelId="{355E20B1-1132-9547-8EEC-9D62225D0644}" type="presOf" srcId="{40D68855-D452-4954-85ED-C15196314B14}" destId="{D0AB44F9-D3E3-C542-AA32-320B28B71FC5}" srcOrd="0" destOrd="0" presId="urn:microsoft.com/office/officeart/2005/8/layout/vProcess5"/>
    <dgm:cxn modelId="{59D812B6-AEE1-C240-827C-AFCAD2C74E24}" type="presOf" srcId="{3A71C431-3894-482E-A237-112D534673C3}" destId="{17524B87-9BEB-514D-ADF7-A9C97E2484A0}" srcOrd="0" destOrd="0" presId="urn:microsoft.com/office/officeart/2005/8/layout/vProcess5"/>
    <dgm:cxn modelId="{CE99DFC7-C1E4-E842-85FE-F59D33CD07E3}" type="presOf" srcId="{A557C9C2-CECF-40F3-9226-46E6863C7E4D}" destId="{B3578879-3DE6-5E4A-B534-3599CE245D19}" srcOrd="0" destOrd="0" presId="urn:microsoft.com/office/officeart/2005/8/layout/vProcess5"/>
    <dgm:cxn modelId="{9692A0D0-D96A-E145-A026-291872A2C5FD}" type="presOf" srcId="{3A71C431-3894-482E-A237-112D534673C3}" destId="{811A4070-F803-9D4E-A327-32A6707E9E27}" srcOrd="1" destOrd="0" presId="urn:microsoft.com/office/officeart/2005/8/layout/vProcess5"/>
    <dgm:cxn modelId="{4BBDA3DB-188D-6C4D-94E9-25B3AB7D4EEC}" type="presOf" srcId="{0BC1598B-FB0A-4821-8817-0FBEB600929B}" destId="{3D2BC401-576D-D243-8F7E-9FC536E22A8E}" srcOrd="1" destOrd="0" presId="urn:microsoft.com/office/officeart/2005/8/layout/vProcess5"/>
    <dgm:cxn modelId="{EED6D7EA-E7F2-D245-8803-9F52F5FC3271}" type="presOf" srcId="{5C733DAF-8D3D-4406-8526-02FA7285BB05}" destId="{67EAB7BB-85D5-E54E-A503-EA046E00019D}" srcOrd="1" destOrd="0" presId="urn:microsoft.com/office/officeart/2005/8/layout/vProcess5"/>
    <dgm:cxn modelId="{BC5AB3ED-5F7A-1543-9D54-84993CB280E3}" type="presOf" srcId="{5C733DAF-8D3D-4406-8526-02FA7285BB05}" destId="{1BAA3CA3-6E3B-F043-BD2F-1FC0B30AAB65}" srcOrd="0" destOrd="0" presId="urn:microsoft.com/office/officeart/2005/8/layout/vProcess5"/>
    <dgm:cxn modelId="{61E59DF1-6D1E-48BB-BF5F-87B07A86BA55}" srcId="{725A30A7-3D0E-4385-8FFE-6534AF23550F}" destId="{40D68855-D452-4954-85ED-C15196314B14}" srcOrd="0" destOrd="0" parTransId="{410CD56C-561A-49E7-A283-4F328A77508E}" sibTransId="{E9D10D35-5330-451A-9CD1-7C369D9936BB}"/>
    <dgm:cxn modelId="{AA4FE3FC-8EB5-6648-8850-5906C241D1E1}" type="presOf" srcId="{8657EDAB-8585-48BD-8638-7D4A940C77F0}" destId="{D3D6F545-B9AC-7141-B26F-5A6FA07957B4}" srcOrd="0" destOrd="0" presId="urn:microsoft.com/office/officeart/2005/8/layout/vProcess5"/>
    <dgm:cxn modelId="{D2D0BAD0-4582-7C4A-AE21-0DAFBA5FFDDA}" type="presParOf" srcId="{5077451B-5C65-B94E-993A-6A7D4DAB141F}" destId="{7756DF0B-E488-CC4C-9651-AA7B71A3215A}" srcOrd="0" destOrd="0" presId="urn:microsoft.com/office/officeart/2005/8/layout/vProcess5"/>
    <dgm:cxn modelId="{146201CE-DFF4-EB44-A411-3EC8AB1EDA69}" type="presParOf" srcId="{5077451B-5C65-B94E-993A-6A7D4DAB141F}" destId="{D0AB44F9-D3E3-C542-AA32-320B28B71FC5}" srcOrd="1" destOrd="0" presId="urn:microsoft.com/office/officeart/2005/8/layout/vProcess5"/>
    <dgm:cxn modelId="{CB7042AA-D737-6647-A420-B0C8B6BA4037}" type="presParOf" srcId="{5077451B-5C65-B94E-993A-6A7D4DAB141F}" destId="{B3578879-3DE6-5E4A-B534-3599CE245D19}" srcOrd="2" destOrd="0" presId="urn:microsoft.com/office/officeart/2005/8/layout/vProcess5"/>
    <dgm:cxn modelId="{80002E03-0FC8-3A4C-8B4C-E6C85EC04412}" type="presParOf" srcId="{5077451B-5C65-B94E-993A-6A7D4DAB141F}" destId="{1BAA3CA3-6E3B-F043-BD2F-1FC0B30AAB65}" srcOrd="3" destOrd="0" presId="urn:microsoft.com/office/officeart/2005/8/layout/vProcess5"/>
    <dgm:cxn modelId="{8F01569A-29A8-0D42-9C7D-94D998B1EE4D}" type="presParOf" srcId="{5077451B-5C65-B94E-993A-6A7D4DAB141F}" destId="{3C93317F-A183-F74F-B66E-133995BCC468}" srcOrd="4" destOrd="0" presId="urn:microsoft.com/office/officeart/2005/8/layout/vProcess5"/>
    <dgm:cxn modelId="{91FB6304-3859-914F-9511-9BD726F327B6}" type="presParOf" srcId="{5077451B-5C65-B94E-993A-6A7D4DAB141F}" destId="{17524B87-9BEB-514D-ADF7-A9C97E2484A0}" srcOrd="5" destOrd="0" presId="urn:microsoft.com/office/officeart/2005/8/layout/vProcess5"/>
    <dgm:cxn modelId="{674EDBC7-ED55-CD48-B578-322E1801760F}" type="presParOf" srcId="{5077451B-5C65-B94E-993A-6A7D4DAB141F}" destId="{F924BCCF-24FF-6645-861F-282A7AA0D245}" srcOrd="6" destOrd="0" presId="urn:microsoft.com/office/officeart/2005/8/layout/vProcess5"/>
    <dgm:cxn modelId="{CD83E91A-5FDD-704B-8CDA-028AEDB7069D}" type="presParOf" srcId="{5077451B-5C65-B94E-993A-6A7D4DAB141F}" destId="{785F6B53-7E08-734E-B38E-BADD8957B57E}" srcOrd="7" destOrd="0" presId="urn:microsoft.com/office/officeart/2005/8/layout/vProcess5"/>
    <dgm:cxn modelId="{37C7AFEE-FFA0-D647-8152-290E6805A8C1}" type="presParOf" srcId="{5077451B-5C65-B94E-993A-6A7D4DAB141F}" destId="{E63BFBEC-4A1E-3F46-A35E-210C200F2B21}" srcOrd="8" destOrd="0" presId="urn:microsoft.com/office/officeart/2005/8/layout/vProcess5"/>
    <dgm:cxn modelId="{3336113F-963C-2749-8CAD-91C50FD8E2BC}" type="presParOf" srcId="{5077451B-5C65-B94E-993A-6A7D4DAB141F}" destId="{D3D6F545-B9AC-7141-B26F-5A6FA07957B4}" srcOrd="9" destOrd="0" presId="urn:microsoft.com/office/officeart/2005/8/layout/vProcess5"/>
    <dgm:cxn modelId="{B5216635-E879-0C48-8556-93FA5CE550CD}" type="presParOf" srcId="{5077451B-5C65-B94E-993A-6A7D4DAB141F}" destId="{1148270F-0383-524F-83DA-0E009096C95A}" srcOrd="10" destOrd="0" presId="urn:microsoft.com/office/officeart/2005/8/layout/vProcess5"/>
    <dgm:cxn modelId="{8DA3E983-3325-444C-812C-3AB0199B01DB}" type="presParOf" srcId="{5077451B-5C65-B94E-993A-6A7D4DAB141F}" destId="{6A4277E0-9503-A94D-8F8B-547B9A11AF30}" srcOrd="11" destOrd="0" presId="urn:microsoft.com/office/officeart/2005/8/layout/vProcess5"/>
    <dgm:cxn modelId="{60073B50-E6EC-3B4C-819C-B15F2F590013}" type="presParOf" srcId="{5077451B-5C65-B94E-993A-6A7D4DAB141F}" destId="{67EAB7BB-85D5-E54E-A503-EA046E00019D}" srcOrd="12" destOrd="0" presId="urn:microsoft.com/office/officeart/2005/8/layout/vProcess5"/>
    <dgm:cxn modelId="{E8E5D073-867F-2747-88D8-94E6720896FD}" type="presParOf" srcId="{5077451B-5C65-B94E-993A-6A7D4DAB141F}" destId="{3D2BC401-576D-D243-8F7E-9FC536E22A8E}" srcOrd="13" destOrd="0" presId="urn:microsoft.com/office/officeart/2005/8/layout/vProcess5"/>
    <dgm:cxn modelId="{BD1A0D03-C00E-6548-97D2-F6180974ECC9}" type="presParOf" srcId="{5077451B-5C65-B94E-993A-6A7D4DAB141F}" destId="{811A4070-F803-9D4E-A327-32A6707E9E27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D2716FF-06A2-4377-9385-2E6E769428F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587CCDD-6FA1-46BB-B210-3938C8FC0981}">
      <dgm:prSet/>
      <dgm:spPr/>
      <dgm:t>
        <a:bodyPr/>
        <a:lstStyle/>
        <a:p>
          <a:r>
            <a:rPr lang="en-US"/>
            <a:t>Most inspections passed, but closure events still occurred consistently</a:t>
          </a:r>
        </a:p>
      </dgm:t>
    </dgm:pt>
    <dgm:pt modelId="{896C1050-67E8-4BCE-BEC0-68BFB5B94975}" type="parTrans" cxnId="{AC9F7E2C-1626-4D0C-9534-31FAE9662A86}">
      <dgm:prSet/>
      <dgm:spPr/>
      <dgm:t>
        <a:bodyPr/>
        <a:lstStyle/>
        <a:p>
          <a:endParaRPr lang="en-US"/>
        </a:p>
      </dgm:t>
    </dgm:pt>
    <dgm:pt modelId="{DB4D71CC-7138-457B-BC75-ADF14EA36A3B}" type="sibTrans" cxnId="{AC9F7E2C-1626-4D0C-9534-31FAE9662A86}">
      <dgm:prSet/>
      <dgm:spPr/>
      <dgm:t>
        <a:bodyPr/>
        <a:lstStyle/>
        <a:p>
          <a:endParaRPr lang="en-US"/>
        </a:p>
      </dgm:t>
    </dgm:pt>
    <dgm:pt modelId="{A3861FBB-409C-4C87-932F-F39FC65D3D42}">
      <dgm:prSet/>
      <dgm:spPr/>
      <dgm:t>
        <a:bodyPr/>
        <a:lstStyle/>
        <a:p>
          <a:r>
            <a:rPr lang="en-US"/>
            <a:t>Certain critical violations repeatedly appeared in closure inspections</a:t>
          </a:r>
        </a:p>
      </dgm:t>
    </dgm:pt>
    <dgm:pt modelId="{76B7A903-2B21-4DEF-8170-3F16A1906DE1}" type="parTrans" cxnId="{3BA83F0B-7D1F-490A-BDA5-E881170782A6}">
      <dgm:prSet/>
      <dgm:spPr/>
      <dgm:t>
        <a:bodyPr/>
        <a:lstStyle/>
        <a:p>
          <a:endParaRPr lang="en-US"/>
        </a:p>
      </dgm:t>
    </dgm:pt>
    <dgm:pt modelId="{16FD5E71-5D65-4885-9A60-BB3D3B244096}" type="sibTrans" cxnId="{3BA83F0B-7D1F-490A-BDA5-E881170782A6}">
      <dgm:prSet/>
      <dgm:spPr/>
      <dgm:t>
        <a:bodyPr/>
        <a:lstStyle/>
        <a:p>
          <a:endParaRPr lang="en-US"/>
        </a:p>
      </dgm:t>
    </dgm:pt>
    <dgm:pt modelId="{FA0C72DF-7C9E-477C-B49B-100ECE0F8779}">
      <dgm:prSet/>
      <dgm:spPr/>
      <dgm:t>
        <a:bodyPr/>
        <a:lstStyle/>
        <a:p>
          <a:r>
            <a:rPr lang="en-US"/>
            <a:t>Failed inspections were more likely to contain critical violations</a:t>
          </a:r>
        </a:p>
      </dgm:t>
    </dgm:pt>
    <dgm:pt modelId="{48C2ED89-38EA-496D-A22A-73D143E20656}" type="parTrans" cxnId="{D7083777-CD61-4BD3-9C68-4399D5E08AAB}">
      <dgm:prSet/>
      <dgm:spPr/>
      <dgm:t>
        <a:bodyPr/>
        <a:lstStyle/>
        <a:p>
          <a:endParaRPr lang="en-US"/>
        </a:p>
      </dgm:t>
    </dgm:pt>
    <dgm:pt modelId="{92A6E5B1-5F6B-4684-95DF-4996741CD39F}" type="sibTrans" cxnId="{D7083777-CD61-4BD3-9C68-4399D5E08AAB}">
      <dgm:prSet/>
      <dgm:spPr/>
      <dgm:t>
        <a:bodyPr/>
        <a:lstStyle/>
        <a:p>
          <a:endParaRPr lang="en-US"/>
        </a:p>
      </dgm:t>
    </dgm:pt>
    <dgm:pt modelId="{577F3B36-63E8-474E-A421-F47060E55650}">
      <dgm:prSet/>
      <dgm:spPr/>
      <dgm:t>
        <a:bodyPr/>
        <a:lstStyle/>
        <a:p>
          <a:r>
            <a:rPr lang="en-US"/>
            <a:t>Some cities and ZIP codes experienced higher closure activity</a:t>
          </a:r>
        </a:p>
      </dgm:t>
    </dgm:pt>
    <dgm:pt modelId="{5C9D2552-4975-4367-A824-62B6C90A54E6}" type="parTrans" cxnId="{B3A08783-9B6C-4CC4-B75D-379D761046E1}">
      <dgm:prSet/>
      <dgm:spPr/>
      <dgm:t>
        <a:bodyPr/>
        <a:lstStyle/>
        <a:p>
          <a:endParaRPr lang="en-US"/>
        </a:p>
      </dgm:t>
    </dgm:pt>
    <dgm:pt modelId="{800C2566-B874-41CC-BBDD-27B3BDB2104E}" type="sibTrans" cxnId="{B3A08783-9B6C-4CC4-B75D-379D761046E1}">
      <dgm:prSet/>
      <dgm:spPr/>
      <dgm:t>
        <a:bodyPr/>
        <a:lstStyle/>
        <a:p>
          <a:endParaRPr lang="en-US"/>
        </a:p>
      </dgm:t>
    </dgm:pt>
    <dgm:pt modelId="{874AF6D4-98CE-4276-9844-64EC0394BE3E}" type="pres">
      <dgm:prSet presAssocID="{DD2716FF-06A2-4377-9385-2E6E769428F3}" presName="root" presStyleCnt="0">
        <dgm:presLayoutVars>
          <dgm:dir/>
          <dgm:resizeHandles val="exact"/>
        </dgm:presLayoutVars>
      </dgm:prSet>
      <dgm:spPr/>
    </dgm:pt>
    <dgm:pt modelId="{55114DF5-1E81-4FC7-B0CD-E5C63942F35C}" type="pres">
      <dgm:prSet presAssocID="{7587CCDD-6FA1-46BB-B210-3938C8FC0981}" presName="compNode" presStyleCnt="0"/>
      <dgm:spPr/>
    </dgm:pt>
    <dgm:pt modelId="{0341DB4F-F550-4256-B115-E497DA232965}" type="pres">
      <dgm:prSet presAssocID="{7587CCDD-6FA1-46BB-B210-3938C8FC0981}" presName="bgRect" presStyleLbl="bgShp" presStyleIdx="0" presStyleCnt="4"/>
      <dgm:spPr/>
    </dgm:pt>
    <dgm:pt modelId="{CBBBF109-97EE-4613-90A5-29FF02A8A288}" type="pres">
      <dgm:prSet presAssocID="{7587CCDD-6FA1-46BB-B210-3938C8FC098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A5C8A4F-7FBB-49DE-B20B-8244E72F982B}" type="pres">
      <dgm:prSet presAssocID="{7587CCDD-6FA1-46BB-B210-3938C8FC0981}" presName="spaceRect" presStyleCnt="0"/>
      <dgm:spPr/>
    </dgm:pt>
    <dgm:pt modelId="{E5C77504-9251-49B2-9CEF-D3554244B0D0}" type="pres">
      <dgm:prSet presAssocID="{7587CCDD-6FA1-46BB-B210-3938C8FC0981}" presName="parTx" presStyleLbl="revTx" presStyleIdx="0" presStyleCnt="4">
        <dgm:presLayoutVars>
          <dgm:chMax val="0"/>
          <dgm:chPref val="0"/>
        </dgm:presLayoutVars>
      </dgm:prSet>
      <dgm:spPr/>
    </dgm:pt>
    <dgm:pt modelId="{E19B72E8-E232-4AE5-B6E3-9C6EC4F2041C}" type="pres">
      <dgm:prSet presAssocID="{DB4D71CC-7138-457B-BC75-ADF14EA36A3B}" presName="sibTrans" presStyleCnt="0"/>
      <dgm:spPr/>
    </dgm:pt>
    <dgm:pt modelId="{812FA71E-4CF6-4234-89DF-7783BA47727A}" type="pres">
      <dgm:prSet presAssocID="{A3861FBB-409C-4C87-932F-F39FC65D3D42}" presName="compNode" presStyleCnt="0"/>
      <dgm:spPr/>
    </dgm:pt>
    <dgm:pt modelId="{01373FEE-0FFC-4A42-820F-9646CC58F008}" type="pres">
      <dgm:prSet presAssocID="{A3861FBB-409C-4C87-932F-F39FC65D3D42}" presName="bgRect" presStyleLbl="bgShp" presStyleIdx="1" presStyleCnt="4"/>
      <dgm:spPr/>
    </dgm:pt>
    <dgm:pt modelId="{FF4714CF-AC66-4471-80B7-3AEEE0E7846F}" type="pres">
      <dgm:prSet presAssocID="{A3861FBB-409C-4C87-932F-F39FC65D3D42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D8D57BEB-1292-466F-A138-653BC0F10EE8}" type="pres">
      <dgm:prSet presAssocID="{A3861FBB-409C-4C87-932F-F39FC65D3D42}" presName="spaceRect" presStyleCnt="0"/>
      <dgm:spPr/>
    </dgm:pt>
    <dgm:pt modelId="{67B269EF-122E-4C39-83E4-0DC189F218DA}" type="pres">
      <dgm:prSet presAssocID="{A3861FBB-409C-4C87-932F-F39FC65D3D42}" presName="parTx" presStyleLbl="revTx" presStyleIdx="1" presStyleCnt="4">
        <dgm:presLayoutVars>
          <dgm:chMax val="0"/>
          <dgm:chPref val="0"/>
        </dgm:presLayoutVars>
      </dgm:prSet>
      <dgm:spPr/>
    </dgm:pt>
    <dgm:pt modelId="{773AECEA-6C16-4AC5-B44F-E7B36E7CBBC4}" type="pres">
      <dgm:prSet presAssocID="{16FD5E71-5D65-4885-9A60-BB3D3B244096}" presName="sibTrans" presStyleCnt="0"/>
      <dgm:spPr/>
    </dgm:pt>
    <dgm:pt modelId="{AB6017CB-6BA0-4BD8-81CB-3B21A15AD8D1}" type="pres">
      <dgm:prSet presAssocID="{FA0C72DF-7C9E-477C-B49B-100ECE0F8779}" presName="compNode" presStyleCnt="0"/>
      <dgm:spPr/>
    </dgm:pt>
    <dgm:pt modelId="{DE198EB6-AF72-4BD1-9213-C8F25081D612}" type="pres">
      <dgm:prSet presAssocID="{FA0C72DF-7C9E-477C-B49B-100ECE0F8779}" presName="bgRect" presStyleLbl="bgShp" presStyleIdx="2" presStyleCnt="4"/>
      <dgm:spPr/>
    </dgm:pt>
    <dgm:pt modelId="{4CAB42D3-1A6C-4FFC-A766-D0E6EF040CDB}" type="pres">
      <dgm:prSet presAssocID="{FA0C72DF-7C9E-477C-B49B-100ECE0F8779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3ABB9CEE-50F1-4EA7-AF84-C6609F254BA6}" type="pres">
      <dgm:prSet presAssocID="{FA0C72DF-7C9E-477C-B49B-100ECE0F8779}" presName="spaceRect" presStyleCnt="0"/>
      <dgm:spPr/>
    </dgm:pt>
    <dgm:pt modelId="{F765F483-6C67-4677-821D-D9228AEA1C4C}" type="pres">
      <dgm:prSet presAssocID="{FA0C72DF-7C9E-477C-B49B-100ECE0F8779}" presName="parTx" presStyleLbl="revTx" presStyleIdx="2" presStyleCnt="4">
        <dgm:presLayoutVars>
          <dgm:chMax val="0"/>
          <dgm:chPref val="0"/>
        </dgm:presLayoutVars>
      </dgm:prSet>
      <dgm:spPr/>
    </dgm:pt>
    <dgm:pt modelId="{96A747A8-EAB1-4404-9CA7-18E3E319A700}" type="pres">
      <dgm:prSet presAssocID="{92A6E5B1-5F6B-4684-95DF-4996741CD39F}" presName="sibTrans" presStyleCnt="0"/>
      <dgm:spPr/>
    </dgm:pt>
    <dgm:pt modelId="{83FE5BEE-87C6-46D4-9DF6-DBA398446CCA}" type="pres">
      <dgm:prSet presAssocID="{577F3B36-63E8-474E-A421-F47060E55650}" presName="compNode" presStyleCnt="0"/>
      <dgm:spPr/>
    </dgm:pt>
    <dgm:pt modelId="{773B384D-EC27-4C95-AB91-7FF779C995D8}" type="pres">
      <dgm:prSet presAssocID="{577F3B36-63E8-474E-A421-F47060E55650}" presName="bgRect" presStyleLbl="bgShp" presStyleIdx="3" presStyleCnt="4"/>
      <dgm:spPr/>
    </dgm:pt>
    <dgm:pt modelId="{5CE7100F-2BE6-408D-AA74-55F98F4E82F2}" type="pres">
      <dgm:prSet presAssocID="{577F3B36-63E8-474E-A421-F47060E55650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9A39F17B-1869-4CBE-8135-A1CC389A56BA}" type="pres">
      <dgm:prSet presAssocID="{577F3B36-63E8-474E-A421-F47060E55650}" presName="spaceRect" presStyleCnt="0"/>
      <dgm:spPr/>
    </dgm:pt>
    <dgm:pt modelId="{7E5B1720-74B1-45EB-B3F8-30046DE8A96D}" type="pres">
      <dgm:prSet presAssocID="{577F3B36-63E8-474E-A421-F47060E5565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BA83F0B-7D1F-490A-BDA5-E881170782A6}" srcId="{DD2716FF-06A2-4377-9385-2E6E769428F3}" destId="{A3861FBB-409C-4C87-932F-F39FC65D3D42}" srcOrd="1" destOrd="0" parTransId="{76B7A903-2B21-4DEF-8170-3F16A1906DE1}" sibTransId="{16FD5E71-5D65-4885-9A60-BB3D3B244096}"/>
    <dgm:cxn modelId="{2BE05225-13B5-43DC-8AD9-7E0855D0BDCC}" type="presOf" srcId="{577F3B36-63E8-474E-A421-F47060E55650}" destId="{7E5B1720-74B1-45EB-B3F8-30046DE8A96D}" srcOrd="0" destOrd="0" presId="urn:microsoft.com/office/officeart/2018/2/layout/IconVerticalSolidList"/>
    <dgm:cxn modelId="{AC9F7E2C-1626-4D0C-9534-31FAE9662A86}" srcId="{DD2716FF-06A2-4377-9385-2E6E769428F3}" destId="{7587CCDD-6FA1-46BB-B210-3938C8FC0981}" srcOrd="0" destOrd="0" parTransId="{896C1050-67E8-4BCE-BEC0-68BFB5B94975}" sibTransId="{DB4D71CC-7138-457B-BC75-ADF14EA36A3B}"/>
    <dgm:cxn modelId="{F25E663A-A8DE-45D2-AB66-02C37E334E15}" type="presOf" srcId="{A3861FBB-409C-4C87-932F-F39FC65D3D42}" destId="{67B269EF-122E-4C39-83E4-0DC189F218DA}" srcOrd="0" destOrd="0" presId="urn:microsoft.com/office/officeart/2018/2/layout/IconVerticalSolidList"/>
    <dgm:cxn modelId="{37BE463C-281B-42B5-A00D-B4FE96BAD8D0}" type="presOf" srcId="{DD2716FF-06A2-4377-9385-2E6E769428F3}" destId="{874AF6D4-98CE-4276-9844-64EC0394BE3E}" srcOrd="0" destOrd="0" presId="urn:microsoft.com/office/officeart/2018/2/layout/IconVerticalSolidList"/>
    <dgm:cxn modelId="{D7083777-CD61-4BD3-9C68-4399D5E08AAB}" srcId="{DD2716FF-06A2-4377-9385-2E6E769428F3}" destId="{FA0C72DF-7C9E-477C-B49B-100ECE0F8779}" srcOrd="2" destOrd="0" parTransId="{48C2ED89-38EA-496D-A22A-73D143E20656}" sibTransId="{92A6E5B1-5F6B-4684-95DF-4996741CD39F}"/>
    <dgm:cxn modelId="{B3A08783-9B6C-4CC4-B75D-379D761046E1}" srcId="{DD2716FF-06A2-4377-9385-2E6E769428F3}" destId="{577F3B36-63E8-474E-A421-F47060E55650}" srcOrd="3" destOrd="0" parTransId="{5C9D2552-4975-4367-A824-62B6C90A54E6}" sibTransId="{800C2566-B874-41CC-BBDD-27B3BDB2104E}"/>
    <dgm:cxn modelId="{E19321B7-A6BA-4C4F-AC67-56ED690871E9}" type="presOf" srcId="{FA0C72DF-7C9E-477C-B49B-100ECE0F8779}" destId="{F765F483-6C67-4677-821D-D9228AEA1C4C}" srcOrd="0" destOrd="0" presId="urn:microsoft.com/office/officeart/2018/2/layout/IconVerticalSolidList"/>
    <dgm:cxn modelId="{E96824CF-AA11-4544-8718-5B86B9E5E4CF}" type="presOf" srcId="{7587CCDD-6FA1-46BB-B210-3938C8FC0981}" destId="{E5C77504-9251-49B2-9CEF-D3554244B0D0}" srcOrd="0" destOrd="0" presId="urn:microsoft.com/office/officeart/2018/2/layout/IconVerticalSolidList"/>
    <dgm:cxn modelId="{EE7F9C7E-1D2D-461D-8E6C-6CACD9A2FC6C}" type="presParOf" srcId="{874AF6D4-98CE-4276-9844-64EC0394BE3E}" destId="{55114DF5-1E81-4FC7-B0CD-E5C63942F35C}" srcOrd="0" destOrd="0" presId="urn:microsoft.com/office/officeart/2018/2/layout/IconVerticalSolidList"/>
    <dgm:cxn modelId="{1242F7E4-8CBF-4E57-90EC-D482E1EB2E14}" type="presParOf" srcId="{55114DF5-1E81-4FC7-B0CD-E5C63942F35C}" destId="{0341DB4F-F550-4256-B115-E497DA232965}" srcOrd="0" destOrd="0" presId="urn:microsoft.com/office/officeart/2018/2/layout/IconVerticalSolidList"/>
    <dgm:cxn modelId="{6AD1B6C6-EBB9-46BD-9DCE-2D44B70CB44E}" type="presParOf" srcId="{55114DF5-1E81-4FC7-B0CD-E5C63942F35C}" destId="{CBBBF109-97EE-4613-90A5-29FF02A8A288}" srcOrd="1" destOrd="0" presId="urn:microsoft.com/office/officeart/2018/2/layout/IconVerticalSolidList"/>
    <dgm:cxn modelId="{4AF68028-E477-4280-A15D-A834E4E824B2}" type="presParOf" srcId="{55114DF5-1E81-4FC7-B0CD-E5C63942F35C}" destId="{4A5C8A4F-7FBB-49DE-B20B-8244E72F982B}" srcOrd="2" destOrd="0" presId="urn:microsoft.com/office/officeart/2018/2/layout/IconVerticalSolidList"/>
    <dgm:cxn modelId="{468935FC-066E-41DA-8896-22BDE5C70F88}" type="presParOf" srcId="{55114DF5-1E81-4FC7-B0CD-E5C63942F35C}" destId="{E5C77504-9251-49B2-9CEF-D3554244B0D0}" srcOrd="3" destOrd="0" presId="urn:microsoft.com/office/officeart/2018/2/layout/IconVerticalSolidList"/>
    <dgm:cxn modelId="{69F85733-38F4-43BF-9BEC-29D530F159F8}" type="presParOf" srcId="{874AF6D4-98CE-4276-9844-64EC0394BE3E}" destId="{E19B72E8-E232-4AE5-B6E3-9C6EC4F2041C}" srcOrd="1" destOrd="0" presId="urn:microsoft.com/office/officeart/2018/2/layout/IconVerticalSolidList"/>
    <dgm:cxn modelId="{425A7271-5D6E-40F7-BD4E-5F78990FA9C5}" type="presParOf" srcId="{874AF6D4-98CE-4276-9844-64EC0394BE3E}" destId="{812FA71E-4CF6-4234-89DF-7783BA47727A}" srcOrd="2" destOrd="0" presId="urn:microsoft.com/office/officeart/2018/2/layout/IconVerticalSolidList"/>
    <dgm:cxn modelId="{16124DC1-2493-4967-B691-FB72D358CAE7}" type="presParOf" srcId="{812FA71E-4CF6-4234-89DF-7783BA47727A}" destId="{01373FEE-0FFC-4A42-820F-9646CC58F008}" srcOrd="0" destOrd="0" presId="urn:microsoft.com/office/officeart/2018/2/layout/IconVerticalSolidList"/>
    <dgm:cxn modelId="{FF716771-E6D2-49F9-A2E0-62E4B94A849F}" type="presParOf" srcId="{812FA71E-4CF6-4234-89DF-7783BA47727A}" destId="{FF4714CF-AC66-4471-80B7-3AEEE0E7846F}" srcOrd="1" destOrd="0" presId="urn:microsoft.com/office/officeart/2018/2/layout/IconVerticalSolidList"/>
    <dgm:cxn modelId="{74FFAA9B-9CF3-4A08-9C63-0D8D36AFA147}" type="presParOf" srcId="{812FA71E-4CF6-4234-89DF-7783BA47727A}" destId="{D8D57BEB-1292-466F-A138-653BC0F10EE8}" srcOrd="2" destOrd="0" presId="urn:microsoft.com/office/officeart/2018/2/layout/IconVerticalSolidList"/>
    <dgm:cxn modelId="{C33E0C9E-9049-4EEE-827A-32169C0BACC0}" type="presParOf" srcId="{812FA71E-4CF6-4234-89DF-7783BA47727A}" destId="{67B269EF-122E-4C39-83E4-0DC189F218DA}" srcOrd="3" destOrd="0" presId="urn:microsoft.com/office/officeart/2018/2/layout/IconVerticalSolidList"/>
    <dgm:cxn modelId="{90EA3896-03DD-4204-8B40-B97C933DF486}" type="presParOf" srcId="{874AF6D4-98CE-4276-9844-64EC0394BE3E}" destId="{773AECEA-6C16-4AC5-B44F-E7B36E7CBBC4}" srcOrd="3" destOrd="0" presId="urn:microsoft.com/office/officeart/2018/2/layout/IconVerticalSolidList"/>
    <dgm:cxn modelId="{230B093F-DD3F-474A-8C12-F17CCE605A59}" type="presParOf" srcId="{874AF6D4-98CE-4276-9844-64EC0394BE3E}" destId="{AB6017CB-6BA0-4BD8-81CB-3B21A15AD8D1}" srcOrd="4" destOrd="0" presId="urn:microsoft.com/office/officeart/2018/2/layout/IconVerticalSolidList"/>
    <dgm:cxn modelId="{D725139B-16FB-49F0-98D4-33CF29321DA5}" type="presParOf" srcId="{AB6017CB-6BA0-4BD8-81CB-3B21A15AD8D1}" destId="{DE198EB6-AF72-4BD1-9213-C8F25081D612}" srcOrd="0" destOrd="0" presId="urn:microsoft.com/office/officeart/2018/2/layout/IconVerticalSolidList"/>
    <dgm:cxn modelId="{B5133C97-99AB-42CD-8AFD-D67B100F88ED}" type="presParOf" srcId="{AB6017CB-6BA0-4BD8-81CB-3B21A15AD8D1}" destId="{4CAB42D3-1A6C-4FFC-A766-D0E6EF040CDB}" srcOrd="1" destOrd="0" presId="urn:microsoft.com/office/officeart/2018/2/layout/IconVerticalSolidList"/>
    <dgm:cxn modelId="{CE138DCB-3CFA-4261-A032-0EF3872CEA4D}" type="presParOf" srcId="{AB6017CB-6BA0-4BD8-81CB-3B21A15AD8D1}" destId="{3ABB9CEE-50F1-4EA7-AF84-C6609F254BA6}" srcOrd="2" destOrd="0" presId="urn:microsoft.com/office/officeart/2018/2/layout/IconVerticalSolidList"/>
    <dgm:cxn modelId="{921C9FE1-BDD6-47A6-8F7C-79A7FE1E51EB}" type="presParOf" srcId="{AB6017CB-6BA0-4BD8-81CB-3B21A15AD8D1}" destId="{F765F483-6C67-4677-821D-D9228AEA1C4C}" srcOrd="3" destOrd="0" presId="urn:microsoft.com/office/officeart/2018/2/layout/IconVerticalSolidList"/>
    <dgm:cxn modelId="{2659D133-FC6D-4F69-8CD1-C8A16A321AF0}" type="presParOf" srcId="{874AF6D4-98CE-4276-9844-64EC0394BE3E}" destId="{96A747A8-EAB1-4404-9CA7-18E3E319A700}" srcOrd="5" destOrd="0" presId="urn:microsoft.com/office/officeart/2018/2/layout/IconVerticalSolidList"/>
    <dgm:cxn modelId="{17102617-CC3D-4192-A11A-DF67B9706644}" type="presParOf" srcId="{874AF6D4-98CE-4276-9844-64EC0394BE3E}" destId="{83FE5BEE-87C6-46D4-9DF6-DBA398446CCA}" srcOrd="6" destOrd="0" presId="urn:microsoft.com/office/officeart/2018/2/layout/IconVerticalSolidList"/>
    <dgm:cxn modelId="{D94D66A2-4922-470B-96BC-604F1901533D}" type="presParOf" srcId="{83FE5BEE-87C6-46D4-9DF6-DBA398446CCA}" destId="{773B384D-EC27-4C95-AB91-7FF779C995D8}" srcOrd="0" destOrd="0" presId="urn:microsoft.com/office/officeart/2018/2/layout/IconVerticalSolidList"/>
    <dgm:cxn modelId="{D073DC68-D352-4E31-9DCC-57842CA8B826}" type="presParOf" srcId="{83FE5BEE-87C6-46D4-9DF6-DBA398446CCA}" destId="{5CE7100F-2BE6-408D-AA74-55F98F4E82F2}" srcOrd="1" destOrd="0" presId="urn:microsoft.com/office/officeart/2018/2/layout/IconVerticalSolidList"/>
    <dgm:cxn modelId="{3250F356-C4EA-4B64-8BDD-7A9BF180FAEB}" type="presParOf" srcId="{83FE5BEE-87C6-46D4-9DF6-DBA398446CCA}" destId="{9A39F17B-1869-4CBE-8135-A1CC389A56BA}" srcOrd="2" destOrd="0" presId="urn:microsoft.com/office/officeart/2018/2/layout/IconVerticalSolidList"/>
    <dgm:cxn modelId="{1E0C45A8-88B8-4C4F-88E0-1BB8336C5C31}" type="presParOf" srcId="{83FE5BEE-87C6-46D4-9DF6-DBA398446CCA}" destId="{7E5B1720-74B1-45EB-B3F8-30046DE8A96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A773387-3826-456C-B402-B2886244F1A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03AA33E-D76D-41D8-8848-5757E8C1E445}">
      <dgm:prSet/>
      <dgm:spPr/>
      <dgm:t>
        <a:bodyPr/>
        <a:lstStyle/>
        <a:p>
          <a:r>
            <a:rPr lang="en-US"/>
            <a:t>Cleaning and standardizing the datasets was challenging</a:t>
          </a:r>
        </a:p>
      </dgm:t>
    </dgm:pt>
    <dgm:pt modelId="{C2883059-034F-41DB-BDA8-1D665FD5FAC8}" type="parTrans" cxnId="{1C129E60-1869-4CCE-9BCD-F790E0678F50}">
      <dgm:prSet/>
      <dgm:spPr/>
      <dgm:t>
        <a:bodyPr/>
        <a:lstStyle/>
        <a:p>
          <a:endParaRPr lang="en-US"/>
        </a:p>
      </dgm:t>
    </dgm:pt>
    <dgm:pt modelId="{0171E85C-0819-4FB0-9272-B8D291244FFB}" type="sibTrans" cxnId="{1C129E60-1869-4CCE-9BCD-F790E0678F50}">
      <dgm:prSet/>
      <dgm:spPr/>
      <dgm:t>
        <a:bodyPr/>
        <a:lstStyle/>
        <a:p>
          <a:endParaRPr lang="en-US"/>
        </a:p>
      </dgm:t>
    </dgm:pt>
    <dgm:pt modelId="{A8B6356D-5220-4635-9DE2-244A49D8F20D}">
      <dgm:prSet/>
      <dgm:spPr/>
      <dgm:t>
        <a:bodyPr/>
        <a:lstStyle/>
        <a:p>
          <a:r>
            <a:rPr lang="en-US"/>
            <a:t>The project evolved throughout the semester</a:t>
          </a:r>
        </a:p>
      </dgm:t>
    </dgm:pt>
    <dgm:pt modelId="{6EDA7E86-6B1C-4EAF-B67E-543D7F50ACB7}" type="parTrans" cxnId="{1BA5DC94-9437-4F8A-9D38-92DA19203D41}">
      <dgm:prSet/>
      <dgm:spPr/>
      <dgm:t>
        <a:bodyPr/>
        <a:lstStyle/>
        <a:p>
          <a:endParaRPr lang="en-US"/>
        </a:p>
      </dgm:t>
    </dgm:pt>
    <dgm:pt modelId="{BF669C00-FB44-4C3D-8F07-411682EA3CC7}" type="sibTrans" cxnId="{1BA5DC94-9437-4F8A-9D38-92DA19203D41}">
      <dgm:prSet/>
      <dgm:spPr/>
      <dgm:t>
        <a:bodyPr/>
        <a:lstStyle/>
        <a:p>
          <a:endParaRPr lang="en-US"/>
        </a:p>
      </dgm:t>
    </dgm:pt>
    <dgm:pt modelId="{022E0EBC-1AF2-4276-9312-F42421758B7C}">
      <dgm:prSet/>
      <dgm:spPr/>
      <dgm:t>
        <a:bodyPr/>
        <a:lstStyle/>
        <a:p>
          <a:r>
            <a:rPr lang="en-US"/>
            <a:t>Simplifying the analysis improved the final story</a:t>
          </a:r>
        </a:p>
      </dgm:t>
    </dgm:pt>
    <dgm:pt modelId="{88505D51-9292-4C69-A85D-D7C73595E2CB}" type="parTrans" cxnId="{034733E5-1131-4CB0-B273-612C5E1C3A3A}">
      <dgm:prSet/>
      <dgm:spPr/>
      <dgm:t>
        <a:bodyPr/>
        <a:lstStyle/>
        <a:p>
          <a:endParaRPr lang="en-US"/>
        </a:p>
      </dgm:t>
    </dgm:pt>
    <dgm:pt modelId="{5B966549-836D-46A2-B4E8-FFF51EF6F681}" type="sibTrans" cxnId="{034733E5-1131-4CB0-B273-612C5E1C3A3A}">
      <dgm:prSet/>
      <dgm:spPr/>
      <dgm:t>
        <a:bodyPr/>
        <a:lstStyle/>
        <a:p>
          <a:endParaRPr lang="en-US"/>
        </a:p>
      </dgm:t>
    </dgm:pt>
    <dgm:pt modelId="{10E4EF25-B411-46B0-9D24-BB236236DE80}">
      <dgm:prSet/>
      <dgm:spPr/>
      <dgm:t>
        <a:bodyPr/>
        <a:lstStyle/>
        <a:p>
          <a:r>
            <a:rPr lang="en-US"/>
            <a:t>Working with real public datasets was rewarding</a:t>
          </a:r>
        </a:p>
      </dgm:t>
    </dgm:pt>
    <dgm:pt modelId="{1ADF5F2A-C7AF-4E27-A479-61130EF4CC65}" type="parTrans" cxnId="{ADAD6FEF-6677-4B7D-B59D-1A395FF6728C}">
      <dgm:prSet/>
      <dgm:spPr/>
      <dgm:t>
        <a:bodyPr/>
        <a:lstStyle/>
        <a:p>
          <a:endParaRPr lang="en-US"/>
        </a:p>
      </dgm:t>
    </dgm:pt>
    <dgm:pt modelId="{93FB9FBA-FF8A-4079-A3A6-86CBBBB9AC19}" type="sibTrans" cxnId="{ADAD6FEF-6677-4B7D-B59D-1A395FF6728C}">
      <dgm:prSet/>
      <dgm:spPr/>
      <dgm:t>
        <a:bodyPr/>
        <a:lstStyle/>
        <a:p>
          <a:endParaRPr lang="en-US"/>
        </a:p>
      </dgm:t>
    </dgm:pt>
    <dgm:pt modelId="{9D2216C5-5573-4557-AC36-F3B7A4B61495}" type="pres">
      <dgm:prSet presAssocID="{3A773387-3826-456C-B402-B2886244F1AF}" presName="root" presStyleCnt="0">
        <dgm:presLayoutVars>
          <dgm:dir/>
          <dgm:resizeHandles val="exact"/>
        </dgm:presLayoutVars>
      </dgm:prSet>
      <dgm:spPr/>
    </dgm:pt>
    <dgm:pt modelId="{4F3CB966-3067-44C4-B01A-4F10363DF2BB}" type="pres">
      <dgm:prSet presAssocID="{203AA33E-D76D-41D8-8848-5757E8C1E445}" presName="compNode" presStyleCnt="0"/>
      <dgm:spPr/>
    </dgm:pt>
    <dgm:pt modelId="{0FA28608-B23E-4387-BC90-831347B5C390}" type="pres">
      <dgm:prSet presAssocID="{203AA33E-D76D-41D8-8848-5757E8C1E445}" presName="bgRect" presStyleLbl="bgShp" presStyleIdx="0" presStyleCnt="4"/>
      <dgm:spPr/>
    </dgm:pt>
    <dgm:pt modelId="{6FFAA27C-680F-460F-8106-185E6C2F8ED3}" type="pres">
      <dgm:prSet presAssocID="{203AA33E-D76D-41D8-8848-5757E8C1E445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E3215491-3463-4829-8934-32B84FCD9190}" type="pres">
      <dgm:prSet presAssocID="{203AA33E-D76D-41D8-8848-5757E8C1E445}" presName="spaceRect" presStyleCnt="0"/>
      <dgm:spPr/>
    </dgm:pt>
    <dgm:pt modelId="{6D5C1EAB-3625-4C68-9364-95D7DF3BC985}" type="pres">
      <dgm:prSet presAssocID="{203AA33E-D76D-41D8-8848-5757E8C1E445}" presName="parTx" presStyleLbl="revTx" presStyleIdx="0" presStyleCnt="4">
        <dgm:presLayoutVars>
          <dgm:chMax val="0"/>
          <dgm:chPref val="0"/>
        </dgm:presLayoutVars>
      </dgm:prSet>
      <dgm:spPr/>
    </dgm:pt>
    <dgm:pt modelId="{5C220742-DEED-48E5-BEE4-C31326F7B548}" type="pres">
      <dgm:prSet presAssocID="{0171E85C-0819-4FB0-9272-B8D291244FFB}" presName="sibTrans" presStyleCnt="0"/>
      <dgm:spPr/>
    </dgm:pt>
    <dgm:pt modelId="{4E0A5E0F-B610-4DA1-B8A6-F9FCA0863092}" type="pres">
      <dgm:prSet presAssocID="{A8B6356D-5220-4635-9DE2-244A49D8F20D}" presName="compNode" presStyleCnt="0"/>
      <dgm:spPr/>
    </dgm:pt>
    <dgm:pt modelId="{A0E505FB-2179-4CA3-BC34-A55FE7C934E3}" type="pres">
      <dgm:prSet presAssocID="{A8B6356D-5220-4635-9DE2-244A49D8F20D}" presName="bgRect" presStyleLbl="bgShp" presStyleIdx="1" presStyleCnt="4"/>
      <dgm:spPr/>
    </dgm:pt>
    <dgm:pt modelId="{1554AF6D-0AAF-46CB-817D-71A463C1980F}" type="pres">
      <dgm:prSet presAssocID="{A8B6356D-5220-4635-9DE2-244A49D8F20D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5476A1E-D2E9-4942-B295-3BEE5495CD2C}" type="pres">
      <dgm:prSet presAssocID="{A8B6356D-5220-4635-9DE2-244A49D8F20D}" presName="spaceRect" presStyleCnt="0"/>
      <dgm:spPr/>
    </dgm:pt>
    <dgm:pt modelId="{9766A6FC-C883-42A1-B7C0-EEFE383DF2E1}" type="pres">
      <dgm:prSet presAssocID="{A8B6356D-5220-4635-9DE2-244A49D8F20D}" presName="parTx" presStyleLbl="revTx" presStyleIdx="1" presStyleCnt="4">
        <dgm:presLayoutVars>
          <dgm:chMax val="0"/>
          <dgm:chPref val="0"/>
        </dgm:presLayoutVars>
      </dgm:prSet>
      <dgm:spPr/>
    </dgm:pt>
    <dgm:pt modelId="{2795C30E-7FAB-4B5F-A175-96CC87C89191}" type="pres">
      <dgm:prSet presAssocID="{BF669C00-FB44-4C3D-8F07-411682EA3CC7}" presName="sibTrans" presStyleCnt="0"/>
      <dgm:spPr/>
    </dgm:pt>
    <dgm:pt modelId="{6A6E5182-CC93-41A1-9F79-0D22AF0BCBE7}" type="pres">
      <dgm:prSet presAssocID="{022E0EBC-1AF2-4276-9312-F42421758B7C}" presName="compNode" presStyleCnt="0"/>
      <dgm:spPr/>
    </dgm:pt>
    <dgm:pt modelId="{84CE5FA9-7936-4E0E-A2A9-19052CEB75CF}" type="pres">
      <dgm:prSet presAssocID="{022E0EBC-1AF2-4276-9312-F42421758B7C}" presName="bgRect" presStyleLbl="bgShp" presStyleIdx="2" presStyleCnt="4"/>
      <dgm:spPr/>
    </dgm:pt>
    <dgm:pt modelId="{6B19F6F4-677A-4605-8E57-9FAB2EF832BD}" type="pres">
      <dgm:prSet presAssocID="{022E0EBC-1AF2-4276-9312-F42421758B7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8B49A39-647F-494C-B8B7-3E7A1CA6B25C}" type="pres">
      <dgm:prSet presAssocID="{022E0EBC-1AF2-4276-9312-F42421758B7C}" presName="spaceRect" presStyleCnt="0"/>
      <dgm:spPr/>
    </dgm:pt>
    <dgm:pt modelId="{365163ED-1C37-40C6-8B96-0FC5ECF4F9BC}" type="pres">
      <dgm:prSet presAssocID="{022E0EBC-1AF2-4276-9312-F42421758B7C}" presName="parTx" presStyleLbl="revTx" presStyleIdx="2" presStyleCnt="4">
        <dgm:presLayoutVars>
          <dgm:chMax val="0"/>
          <dgm:chPref val="0"/>
        </dgm:presLayoutVars>
      </dgm:prSet>
      <dgm:spPr/>
    </dgm:pt>
    <dgm:pt modelId="{538909B8-43D1-4978-A509-F0D9F090A503}" type="pres">
      <dgm:prSet presAssocID="{5B966549-836D-46A2-B4E8-FFF51EF6F681}" presName="sibTrans" presStyleCnt="0"/>
      <dgm:spPr/>
    </dgm:pt>
    <dgm:pt modelId="{C03C5612-8FB2-46F5-8D56-AC537174384F}" type="pres">
      <dgm:prSet presAssocID="{10E4EF25-B411-46B0-9D24-BB236236DE80}" presName="compNode" presStyleCnt="0"/>
      <dgm:spPr/>
    </dgm:pt>
    <dgm:pt modelId="{63F974E7-88DE-4BA3-BC56-440F8B564180}" type="pres">
      <dgm:prSet presAssocID="{10E4EF25-B411-46B0-9D24-BB236236DE80}" presName="bgRect" presStyleLbl="bgShp" presStyleIdx="3" presStyleCnt="4"/>
      <dgm:spPr/>
    </dgm:pt>
    <dgm:pt modelId="{ECC7EC02-B569-4A4C-B39D-70EDF51C66AB}" type="pres">
      <dgm:prSet presAssocID="{10E4EF25-B411-46B0-9D24-BB236236DE80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CECBBFC-7CC5-4BA8-B1A0-E428846AEC0A}" type="pres">
      <dgm:prSet presAssocID="{10E4EF25-B411-46B0-9D24-BB236236DE80}" presName="spaceRect" presStyleCnt="0"/>
      <dgm:spPr/>
    </dgm:pt>
    <dgm:pt modelId="{0AE6E9D5-0E39-497C-BE67-AA66D702EF08}" type="pres">
      <dgm:prSet presAssocID="{10E4EF25-B411-46B0-9D24-BB236236DE8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C129E60-1869-4CCE-9BCD-F790E0678F50}" srcId="{3A773387-3826-456C-B402-B2886244F1AF}" destId="{203AA33E-D76D-41D8-8848-5757E8C1E445}" srcOrd="0" destOrd="0" parTransId="{C2883059-034F-41DB-BDA8-1D665FD5FAC8}" sibTransId="{0171E85C-0819-4FB0-9272-B8D291244FFB}"/>
    <dgm:cxn modelId="{2043AA65-0896-445E-AB05-246761087100}" type="presOf" srcId="{3A773387-3826-456C-B402-B2886244F1AF}" destId="{9D2216C5-5573-4557-AC36-F3B7A4B61495}" srcOrd="0" destOrd="0" presId="urn:microsoft.com/office/officeart/2018/2/layout/IconVerticalSolidList"/>
    <dgm:cxn modelId="{021CB991-F426-4BBB-B697-95D6330795A0}" type="presOf" srcId="{022E0EBC-1AF2-4276-9312-F42421758B7C}" destId="{365163ED-1C37-40C6-8B96-0FC5ECF4F9BC}" srcOrd="0" destOrd="0" presId="urn:microsoft.com/office/officeart/2018/2/layout/IconVerticalSolidList"/>
    <dgm:cxn modelId="{3CB26692-BB88-4D93-AEA0-E145613B8053}" type="presOf" srcId="{A8B6356D-5220-4635-9DE2-244A49D8F20D}" destId="{9766A6FC-C883-42A1-B7C0-EEFE383DF2E1}" srcOrd="0" destOrd="0" presId="urn:microsoft.com/office/officeart/2018/2/layout/IconVerticalSolidList"/>
    <dgm:cxn modelId="{1BA5DC94-9437-4F8A-9D38-92DA19203D41}" srcId="{3A773387-3826-456C-B402-B2886244F1AF}" destId="{A8B6356D-5220-4635-9DE2-244A49D8F20D}" srcOrd="1" destOrd="0" parTransId="{6EDA7E86-6B1C-4EAF-B67E-543D7F50ACB7}" sibTransId="{BF669C00-FB44-4C3D-8F07-411682EA3CC7}"/>
    <dgm:cxn modelId="{013727A7-3584-4848-854C-02A75D97CB3A}" type="presOf" srcId="{203AA33E-D76D-41D8-8848-5757E8C1E445}" destId="{6D5C1EAB-3625-4C68-9364-95D7DF3BC985}" srcOrd="0" destOrd="0" presId="urn:microsoft.com/office/officeart/2018/2/layout/IconVerticalSolidList"/>
    <dgm:cxn modelId="{034733E5-1131-4CB0-B273-612C5E1C3A3A}" srcId="{3A773387-3826-456C-B402-B2886244F1AF}" destId="{022E0EBC-1AF2-4276-9312-F42421758B7C}" srcOrd="2" destOrd="0" parTransId="{88505D51-9292-4C69-A85D-D7C73595E2CB}" sibTransId="{5B966549-836D-46A2-B4E8-FFF51EF6F681}"/>
    <dgm:cxn modelId="{C671A3E7-AD7C-4ED0-9D6C-99259D116298}" type="presOf" srcId="{10E4EF25-B411-46B0-9D24-BB236236DE80}" destId="{0AE6E9D5-0E39-497C-BE67-AA66D702EF08}" srcOrd="0" destOrd="0" presId="urn:microsoft.com/office/officeart/2018/2/layout/IconVerticalSolidList"/>
    <dgm:cxn modelId="{ADAD6FEF-6677-4B7D-B59D-1A395FF6728C}" srcId="{3A773387-3826-456C-B402-B2886244F1AF}" destId="{10E4EF25-B411-46B0-9D24-BB236236DE80}" srcOrd="3" destOrd="0" parTransId="{1ADF5F2A-C7AF-4E27-A479-61130EF4CC65}" sibTransId="{93FB9FBA-FF8A-4079-A3A6-86CBBBB9AC19}"/>
    <dgm:cxn modelId="{2EE112F4-EF27-4669-913E-DFF2546C016D}" type="presParOf" srcId="{9D2216C5-5573-4557-AC36-F3B7A4B61495}" destId="{4F3CB966-3067-44C4-B01A-4F10363DF2BB}" srcOrd="0" destOrd="0" presId="urn:microsoft.com/office/officeart/2018/2/layout/IconVerticalSolidList"/>
    <dgm:cxn modelId="{B10F1667-E789-451C-A13C-3206E37757E4}" type="presParOf" srcId="{4F3CB966-3067-44C4-B01A-4F10363DF2BB}" destId="{0FA28608-B23E-4387-BC90-831347B5C390}" srcOrd="0" destOrd="0" presId="urn:microsoft.com/office/officeart/2018/2/layout/IconVerticalSolidList"/>
    <dgm:cxn modelId="{AA2A4631-6C6F-4BD8-A766-3E21296D943F}" type="presParOf" srcId="{4F3CB966-3067-44C4-B01A-4F10363DF2BB}" destId="{6FFAA27C-680F-460F-8106-185E6C2F8ED3}" srcOrd="1" destOrd="0" presId="urn:microsoft.com/office/officeart/2018/2/layout/IconVerticalSolidList"/>
    <dgm:cxn modelId="{0B467E43-C573-4E9E-B6C9-3B0A47036B50}" type="presParOf" srcId="{4F3CB966-3067-44C4-B01A-4F10363DF2BB}" destId="{E3215491-3463-4829-8934-32B84FCD9190}" srcOrd="2" destOrd="0" presId="urn:microsoft.com/office/officeart/2018/2/layout/IconVerticalSolidList"/>
    <dgm:cxn modelId="{870C1512-FDCC-411F-B765-256D769D42BC}" type="presParOf" srcId="{4F3CB966-3067-44C4-B01A-4F10363DF2BB}" destId="{6D5C1EAB-3625-4C68-9364-95D7DF3BC985}" srcOrd="3" destOrd="0" presId="urn:microsoft.com/office/officeart/2018/2/layout/IconVerticalSolidList"/>
    <dgm:cxn modelId="{A6B8090B-3C94-4412-8BF8-5FA7A7C48533}" type="presParOf" srcId="{9D2216C5-5573-4557-AC36-F3B7A4B61495}" destId="{5C220742-DEED-48E5-BEE4-C31326F7B548}" srcOrd="1" destOrd="0" presId="urn:microsoft.com/office/officeart/2018/2/layout/IconVerticalSolidList"/>
    <dgm:cxn modelId="{D2BDB477-DBAE-469F-B3E4-A9EFB5ED6391}" type="presParOf" srcId="{9D2216C5-5573-4557-AC36-F3B7A4B61495}" destId="{4E0A5E0F-B610-4DA1-B8A6-F9FCA0863092}" srcOrd="2" destOrd="0" presId="urn:microsoft.com/office/officeart/2018/2/layout/IconVerticalSolidList"/>
    <dgm:cxn modelId="{7D17E0D7-506F-486C-93DB-22C4524BAAEF}" type="presParOf" srcId="{4E0A5E0F-B610-4DA1-B8A6-F9FCA0863092}" destId="{A0E505FB-2179-4CA3-BC34-A55FE7C934E3}" srcOrd="0" destOrd="0" presId="urn:microsoft.com/office/officeart/2018/2/layout/IconVerticalSolidList"/>
    <dgm:cxn modelId="{54EBCEEF-4CAD-4D43-98C0-780062611E45}" type="presParOf" srcId="{4E0A5E0F-B610-4DA1-B8A6-F9FCA0863092}" destId="{1554AF6D-0AAF-46CB-817D-71A463C1980F}" srcOrd="1" destOrd="0" presId="urn:microsoft.com/office/officeart/2018/2/layout/IconVerticalSolidList"/>
    <dgm:cxn modelId="{7A545274-F0B7-4137-84A7-ED27E8417FAF}" type="presParOf" srcId="{4E0A5E0F-B610-4DA1-B8A6-F9FCA0863092}" destId="{45476A1E-D2E9-4942-B295-3BEE5495CD2C}" srcOrd="2" destOrd="0" presId="urn:microsoft.com/office/officeart/2018/2/layout/IconVerticalSolidList"/>
    <dgm:cxn modelId="{73976A35-AED7-47CD-B70D-E5F690907300}" type="presParOf" srcId="{4E0A5E0F-B610-4DA1-B8A6-F9FCA0863092}" destId="{9766A6FC-C883-42A1-B7C0-EEFE383DF2E1}" srcOrd="3" destOrd="0" presId="urn:microsoft.com/office/officeart/2018/2/layout/IconVerticalSolidList"/>
    <dgm:cxn modelId="{318E306D-9F72-4707-990C-6AC1663E7DE1}" type="presParOf" srcId="{9D2216C5-5573-4557-AC36-F3B7A4B61495}" destId="{2795C30E-7FAB-4B5F-A175-96CC87C89191}" srcOrd="3" destOrd="0" presId="urn:microsoft.com/office/officeart/2018/2/layout/IconVerticalSolidList"/>
    <dgm:cxn modelId="{AD2D182B-E482-4D32-AFC1-2BFA5D7E408E}" type="presParOf" srcId="{9D2216C5-5573-4557-AC36-F3B7A4B61495}" destId="{6A6E5182-CC93-41A1-9F79-0D22AF0BCBE7}" srcOrd="4" destOrd="0" presId="urn:microsoft.com/office/officeart/2018/2/layout/IconVerticalSolidList"/>
    <dgm:cxn modelId="{5CC21129-5D67-4B4F-B5C5-A730699382EE}" type="presParOf" srcId="{6A6E5182-CC93-41A1-9F79-0D22AF0BCBE7}" destId="{84CE5FA9-7936-4E0E-A2A9-19052CEB75CF}" srcOrd="0" destOrd="0" presId="urn:microsoft.com/office/officeart/2018/2/layout/IconVerticalSolidList"/>
    <dgm:cxn modelId="{66F37B30-057F-4031-A085-C00223857AEE}" type="presParOf" srcId="{6A6E5182-CC93-41A1-9F79-0D22AF0BCBE7}" destId="{6B19F6F4-677A-4605-8E57-9FAB2EF832BD}" srcOrd="1" destOrd="0" presId="urn:microsoft.com/office/officeart/2018/2/layout/IconVerticalSolidList"/>
    <dgm:cxn modelId="{DEF64D30-E728-4C03-9890-37EBFD1E943B}" type="presParOf" srcId="{6A6E5182-CC93-41A1-9F79-0D22AF0BCBE7}" destId="{E8B49A39-647F-494C-B8B7-3E7A1CA6B25C}" srcOrd="2" destOrd="0" presId="urn:microsoft.com/office/officeart/2018/2/layout/IconVerticalSolidList"/>
    <dgm:cxn modelId="{5DC401D9-805B-40BF-9705-D91DC47B1A62}" type="presParOf" srcId="{6A6E5182-CC93-41A1-9F79-0D22AF0BCBE7}" destId="{365163ED-1C37-40C6-8B96-0FC5ECF4F9BC}" srcOrd="3" destOrd="0" presId="urn:microsoft.com/office/officeart/2018/2/layout/IconVerticalSolidList"/>
    <dgm:cxn modelId="{5721D44B-5113-435A-AF0A-ABBEAEDBD606}" type="presParOf" srcId="{9D2216C5-5573-4557-AC36-F3B7A4B61495}" destId="{538909B8-43D1-4978-A509-F0D9F090A503}" srcOrd="5" destOrd="0" presId="urn:microsoft.com/office/officeart/2018/2/layout/IconVerticalSolidList"/>
    <dgm:cxn modelId="{DEC1C037-93EE-48A4-BA92-702F99AFA701}" type="presParOf" srcId="{9D2216C5-5573-4557-AC36-F3B7A4B61495}" destId="{C03C5612-8FB2-46F5-8D56-AC537174384F}" srcOrd="6" destOrd="0" presId="urn:microsoft.com/office/officeart/2018/2/layout/IconVerticalSolidList"/>
    <dgm:cxn modelId="{2928BAC0-B981-4CE1-8F00-A0CA2A49AD14}" type="presParOf" srcId="{C03C5612-8FB2-46F5-8D56-AC537174384F}" destId="{63F974E7-88DE-4BA3-BC56-440F8B564180}" srcOrd="0" destOrd="0" presId="urn:microsoft.com/office/officeart/2018/2/layout/IconVerticalSolidList"/>
    <dgm:cxn modelId="{5F2AC24D-9B88-44EF-8D13-F79A50C22BA1}" type="presParOf" srcId="{C03C5612-8FB2-46F5-8D56-AC537174384F}" destId="{ECC7EC02-B569-4A4C-B39D-70EDF51C66AB}" srcOrd="1" destOrd="0" presId="urn:microsoft.com/office/officeart/2018/2/layout/IconVerticalSolidList"/>
    <dgm:cxn modelId="{834A0FAF-84E0-4CC0-8B4E-CADBAAA5BBE4}" type="presParOf" srcId="{C03C5612-8FB2-46F5-8D56-AC537174384F}" destId="{4CECBBFC-7CC5-4BA8-B1A0-E428846AEC0A}" srcOrd="2" destOrd="0" presId="urn:microsoft.com/office/officeart/2018/2/layout/IconVerticalSolidList"/>
    <dgm:cxn modelId="{EEA9CC0C-406D-4FED-AAE1-13B6008360BB}" type="presParOf" srcId="{C03C5612-8FB2-46F5-8D56-AC537174384F}" destId="{0AE6E9D5-0E39-497C-BE67-AA66D702EF0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66DDAF0-BDBC-4804-ADD2-0C870E97B54C}" type="doc">
      <dgm:prSet loTypeId="urn:microsoft.com/office/officeart/2016/7/layout/ChevronBlockProcess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2CA1B56-FC9F-44F5-9F4A-D27F3BC4CE2D}">
      <dgm:prSet/>
      <dgm:spPr/>
      <dgm:t>
        <a:bodyPr/>
        <a:lstStyle/>
        <a:p>
          <a:r>
            <a:rPr lang="en-US"/>
            <a:t>Include</a:t>
          </a:r>
        </a:p>
      </dgm:t>
    </dgm:pt>
    <dgm:pt modelId="{699CEAE0-DD57-4CFF-A4B5-1F0418EB90B0}" type="parTrans" cxnId="{DF50FFE8-4593-49FD-B08F-5FD1CA89102C}">
      <dgm:prSet/>
      <dgm:spPr/>
      <dgm:t>
        <a:bodyPr/>
        <a:lstStyle/>
        <a:p>
          <a:endParaRPr lang="en-US"/>
        </a:p>
      </dgm:t>
    </dgm:pt>
    <dgm:pt modelId="{C0E12EF1-DF63-42FD-B91F-2722E329BC07}" type="sibTrans" cxnId="{DF50FFE8-4593-49FD-B08F-5FD1CA89102C}">
      <dgm:prSet/>
      <dgm:spPr/>
      <dgm:t>
        <a:bodyPr/>
        <a:lstStyle/>
        <a:p>
          <a:endParaRPr lang="en-US"/>
        </a:p>
      </dgm:t>
    </dgm:pt>
    <dgm:pt modelId="{23886D88-3DC8-4742-A948-2A580CA8365D}">
      <dgm:prSet/>
      <dgm:spPr/>
      <dgm:t>
        <a:bodyPr/>
        <a:lstStyle/>
        <a:p>
          <a:r>
            <a:rPr lang="en-US"/>
            <a:t>Include additional years of inspection data</a:t>
          </a:r>
        </a:p>
      </dgm:t>
    </dgm:pt>
    <dgm:pt modelId="{80E6C2FF-38F3-4986-AC24-6A1E191C9E25}" type="parTrans" cxnId="{F8D8216A-33C5-49EC-A029-9C425CE8E1B3}">
      <dgm:prSet/>
      <dgm:spPr/>
      <dgm:t>
        <a:bodyPr/>
        <a:lstStyle/>
        <a:p>
          <a:endParaRPr lang="en-US"/>
        </a:p>
      </dgm:t>
    </dgm:pt>
    <dgm:pt modelId="{AE87976E-8CA7-430D-B43A-F6A295DAF2C1}" type="sibTrans" cxnId="{F8D8216A-33C5-49EC-A029-9C425CE8E1B3}">
      <dgm:prSet/>
      <dgm:spPr/>
      <dgm:t>
        <a:bodyPr/>
        <a:lstStyle/>
        <a:p>
          <a:endParaRPr lang="en-US"/>
        </a:p>
      </dgm:t>
    </dgm:pt>
    <dgm:pt modelId="{AD0C2FA6-4551-4A49-8249-5084093543EC}">
      <dgm:prSet/>
      <dgm:spPr/>
      <dgm:t>
        <a:bodyPr/>
        <a:lstStyle/>
        <a:p>
          <a:r>
            <a:rPr lang="en-US"/>
            <a:t>Incorporate</a:t>
          </a:r>
        </a:p>
      </dgm:t>
    </dgm:pt>
    <dgm:pt modelId="{7A2F365F-130B-4E5C-A33D-EC42A8516FC0}" type="parTrans" cxnId="{9C5B39C1-B09F-46E2-A6EC-2F329EA23E28}">
      <dgm:prSet/>
      <dgm:spPr/>
      <dgm:t>
        <a:bodyPr/>
        <a:lstStyle/>
        <a:p>
          <a:endParaRPr lang="en-US"/>
        </a:p>
      </dgm:t>
    </dgm:pt>
    <dgm:pt modelId="{F49E66BE-F94F-424D-8CEA-7857CEF3C733}" type="sibTrans" cxnId="{9C5B39C1-B09F-46E2-A6EC-2F329EA23E28}">
      <dgm:prSet/>
      <dgm:spPr/>
      <dgm:t>
        <a:bodyPr/>
        <a:lstStyle/>
        <a:p>
          <a:endParaRPr lang="en-US"/>
        </a:p>
      </dgm:t>
    </dgm:pt>
    <dgm:pt modelId="{0CCF530E-C43E-4611-A3EC-B5E29E4E5464}">
      <dgm:prSet/>
      <dgm:spPr/>
      <dgm:t>
        <a:bodyPr/>
        <a:lstStyle/>
        <a:p>
          <a:r>
            <a:rPr lang="en-US"/>
            <a:t>Incorporate demographic datasets</a:t>
          </a:r>
        </a:p>
      </dgm:t>
    </dgm:pt>
    <dgm:pt modelId="{B78E125A-A331-45B1-A09B-D68029FED069}" type="parTrans" cxnId="{98082CD4-7ED6-46CD-9C38-0FFB2BA99373}">
      <dgm:prSet/>
      <dgm:spPr/>
      <dgm:t>
        <a:bodyPr/>
        <a:lstStyle/>
        <a:p>
          <a:endParaRPr lang="en-US"/>
        </a:p>
      </dgm:t>
    </dgm:pt>
    <dgm:pt modelId="{FFFF17E6-5BB5-4C6E-B33B-A11D9A07DE49}" type="sibTrans" cxnId="{98082CD4-7ED6-46CD-9C38-0FFB2BA99373}">
      <dgm:prSet/>
      <dgm:spPr/>
      <dgm:t>
        <a:bodyPr/>
        <a:lstStyle/>
        <a:p>
          <a:endParaRPr lang="en-US"/>
        </a:p>
      </dgm:t>
    </dgm:pt>
    <dgm:pt modelId="{D2068C94-7544-42F6-B4F0-538031E7572F}">
      <dgm:prSet/>
      <dgm:spPr/>
      <dgm:t>
        <a:bodyPr/>
        <a:lstStyle/>
        <a:p>
          <a:r>
            <a:rPr lang="en-US"/>
            <a:t>Build</a:t>
          </a:r>
        </a:p>
      </dgm:t>
    </dgm:pt>
    <dgm:pt modelId="{9A2B67C9-B9FD-419B-B915-D84A9CDCBC8E}" type="parTrans" cxnId="{9925F2EA-4727-4F10-814B-4440455BB951}">
      <dgm:prSet/>
      <dgm:spPr/>
      <dgm:t>
        <a:bodyPr/>
        <a:lstStyle/>
        <a:p>
          <a:endParaRPr lang="en-US"/>
        </a:p>
      </dgm:t>
    </dgm:pt>
    <dgm:pt modelId="{DE954E53-2F0E-4DE3-93A5-3B94C24ACD91}" type="sibTrans" cxnId="{9925F2EA-4727-4F10-814B-4440455BB951}">
      <dgm:prSet/>
      <dgm:spPr/>
      <dgm:t>
        <a:bodyPr/>
        <a:lstStyle/>
        <a:p>
          <a:endParaRPr lang="en-US"/>
        </a:p>
      </dgm:t>
    </dgm:pt>
    <dgm:pt modelId="{84614B6A-002D-41BD-A7A9-E2DD95EF1258}">
      <dgm:prSet/>
      <dgm:spPr/>
      <dgm:t>
        <a:bodyPr/>
        <a:lstStyle/>
        <a:p>
          <a:r>
            <a:rPr lang="en-US"/>
            <a:t>Build predictive models</a:t>
          </a:r>
        </a:p>
      </dgm:t>
    </dgm:pt>
    <dgm:pt modelId="{48967103-B7D9-4147-9EB7-AF8FC43A3468}" type="parTrans" cxnId="{A1E504E2-D3A8-47D0-9DE9-A2B537210297}">
      <dgm:prSet/>
      <dgm:spPr/>
      <dgm:t>
        <a:bodyPr/>
        <a:lstStyle/>
        <a:p>
          <a:endParaRPr lang="en-US"/>
        </a:p>
      </dgm:t>
    </dgm:pt>
    <dgm:pt modelId="{144458CB-AAFD-42BC-AF51-6195E7445A51}" type="sibTrans" cxnId="{A1E504E2-D3A8-47D0-9DE9-A2B537210297}">
      <dgm:prSet/>
      <dgm:spPr/>
      <dgm:t>
        <a:bodyPr/>
        <a:lstStyle/>
        <a:p>
          <a:endParaRPr lang="en-US"/>
        </a:p>
      </dgm:t>
    </dgm:pt>
    <dgm:pt modelId="{B0BD3034-C472-46B0-ABA8-F7F84C66D15B}">
      <dgm:prSet/>
      <dgm:spPr/>
      <dgm:t>
        <a:bodyPr/>
        <a:lstStyle/>
        <a:p>
          <a:r>
            <a:rPr lang="en-US"/>
            <a:t>Create</a:t>
          </a:r>
        </a:p>
      </dgm:t>
    </dgm:pt>
    <dgm:pt modelId="{4A6B2DA8-FE7D-42B1-A227-42118CC03C05}" type="parTrans" cxnId="{C0A4410B-6C81-4C82-B4BE-D03B927CDB71}">
      <dgm:prSet/>
      <dgm:spPr/>
      <dgm:t>
        <a:bodyPr/>
        <a:lstStyle/>
        <a:p>
          <a:endParaRPr lang="en-US"/>
        </a:p>
      </dgm:t>
    </dgm:pt>
    <dgm:pt modelId="{DCE91823-99A6-426D-8D34-7C947F76C29D}" type="sibTrans" cxnId="{C0A4410B-6C81-4C82-B4BE-D03B927CDB71}">
      <dgm:prSet/>
      <dgm:spPr/>
      <dgm:t>
        <a:bodyPr/>
        <a:lstStyle/>
        <a:p>
          <a:endParaRPr lang="en-US"/>
        </a:p>
      </dgm:t>
    </dgm:pt>
    <dgm:pt modelId="{8E9FFC98-290B-4277-8316-FFA5BA41CC0E}">
      <dgm:prSet/>
      <dgm:spPr/>
      <dgm:t>
        <a:bodyPr/>
        <a:lstStyle/>
        <a:p>
          <a:r>
            <a:rPr lang="en-US"/>
            <a:t>Create an interactive dashboard</a:t>
          </a:r>
        </a:p>
      </dgm:t>
    </dgm:pt>
    <dgm:pt modelId="{EA900E35-AFF9-4D13-8397-CBC9D1F35CA9}" type="parTrans" cxnId="{558C2514-2A66-4A64-B4C8-C17AADD3E3CA}">
      <dgm:prSet/>
      <dgm:spPr/>
      <dgm:t>
        <a:bodyPr/>
        <a:lstStyle/>
        <a:p>
          <a:endParaRPr lang="en-US"/>
        </a:p>
      </dgm:t>
    </dgm:pt>
    <dgm:pt modelId="{CCAAFBB6-30D2-4622-8556-D8709245E0B5}" type="sibTrans" cxnId="{558C2514-2A66-4A64-B4C8-C17AADD3E3CA}">
      <dgm:prSet/>
      <dgm:spPr/>
      <dgm:t>
        <a:bodyPr/>
        <a:lstStyle/>
        <a:p>
          <a:endParaRPr lang="en-US"/>
        </a:p>
      </dgm:t>
    </dgm:pt>
    <dgm:pt modelId="{9B509D00-430B-DB43-9C3A-BD040C898F91}" type="pres">
      <dgm:prSet presAssocID="{066DDAF0-BDBC-4804-ADD2-0C870E97B54C}" presName="Name0" presStyleCnt="0">
        <dgm:presLayoutVars>
          <dgm:dir/>
          <dgm:animLvl val="lvl"/>
          <dgm:resizeHandles val="exact"/>
        </dgm:presLayoutVars>
      </dgm:prSet>
      <dgm:spPr/>
    </dgm:pt>
    <dgm:pt modelId="{A10501CD-AF3F-3A4D-B195-5245CA273472}" type="pres">
      <dgm:prSet presAssocID="{E2CA1B56-FC9F-44F5-9F4A-D27F3BC4CE2D}" presName="composite" presStyleCnt="0"/>
      <dgm:spPr/>
    </dgm:pt>
    <dgm:pt modelId="{5FE9BC6F-735D-AE40-BEAE-5161228D9454}" type="pres">
      <dgm:prSet presAssocID="{E2CA1B56-FC9F-44F5-9F4A-D27F3BC4CE2D}" presName="parTx" presStyleLbl="alignNode1" presStyleIdx="0" presStyleCnt="4">
        <dgm:presLayoutVars>
          <dgm:chMax val="0"/>
          <dgm:chPref val="0"/>
        </dgm:presLayoutVars>
      </dgm:prSet>
      <dgm:spPr/>
    </dgm:pt>
    <dgm:pt modelId="{CA4CF552-74A6-5F46-80D7-E137D187B155}" type="pres">
      <dgm:prSet presAssocID="{E2CA1B56-FC9F-44F5-9F4A-D27F3BC4CE2D}" presName="desTx" presStyleLbl="alignAccFollowNode1" presStyleIdx="0" presStyleCnt="4">
        <dgm:presLayoutVars/>
      </dgm:prSet>
      <dgm:spPr/>
    </dgm:pt>
    <dgm:pt modelId="{5A42A64F-7911-8041-9DFF-2C87DB32509F}" type="pres">
      <dgm:prSet presAssocID="{C0E12EF1-DF63-42FD-B91F-2722E329BC07}" presName="space" presStyleCnt="0"/>
      <dgm:spPr/>
    </dgm:pt>
    <dgm:pt modelId="{4061B03B-F490-224F-A072-7C77D550A7B5}" type="pres">
      <dgm:prSet presAssocID="{AD0C2FA6-4551-4A49-8249-5084093543EC}" presName="composite" presStyleCnt="0"/>
      <dgm:spPr/>
    </dgm:pt>
    <dgm:pt modelId="{99C26D45-C5C4-FA40-AAA2-1C345F2C1ED9}" type="pres">
      <dgm:prSet presAssocID="{AD0C2FA6-4551-4A49-8249-5084093543EC}" presName="parTx" presStyleLbl="alignNode1" presStyleIdx="1" presStyleCnt="4">
        <dgm:presLayoutVars>
          <dgm:chMax val="0"/>
          <dgm:chPref val="0"/>
        </dgm:presLayoutVars>
      </dgm:prSet>
      <dgm:spPr/>
    </dgm:pt>
    <dgm:pt modelId="{52419083-8BBA-494D-B4C8-F9D69603AAFA}" type="pres">
      <dgm:prSet presAssocID="{AD0C2FA6-4551-4A49-8249-5084093543EC}" presName="desTx" presStyleLbl="alignAccFollowNode1" presStyleIdx="1" presStyleCnt="4">
        <dgm:presLayoutVars/>
      </dgm:prSet>
      <dgm:spPr/>
    </dgm:pt>
    <dgm:pt modelId="{7A32AF6A-3E34-8345-92D5-4F1E3C0CA969}" type="pres">
      <dgm:prSet presAssocID="{F49E66BE-F94F-424D-8CEA-7857CEF3C733}" presName="space" presStyleCnt="0"/>
      <dgm:spPr/>
    </dgm:pt>
    <dgm:pt modelId="{1762DC72-CBE4-AB47-A890-83F19FB86C16}" type="pres">
      <dgm:prSet presAssocID="{D2068C94-7544-42F6-B4F0-538031E7572F}" presName="composite" presStyleCnt="0"/>
      <dgm:spPr/>
    </dgm:pt>
    <dgm:pt modelId="{9EFA9364-DED4-434D-9809-995997D4F6F8}" type="pres">
      <dgm:prSet presAssocID="{D2068C94-7544-42F6-B4F0-538031E7572F}" presName="parTx" presStyleLbl="alignNode1" presStyleIdx="2" presStyleCnt="4">
        <dgm:presLayoutVars>
          <dgm:chMax val="0"/>
          <dgm:chPref val="0"/>
        </dgm:presLayoutVars>
      </dgm:prSet>
      <dgm:spPr/>
    </dgm:pt>
    <dgm:pt modelId="{44D95375-9164-3743-9069-94FDC503CB29}" type="pres">
      <dgm:prSet presAssocID="{D2068C94-7544-42F6-B4F0-538031E7572F}" presName="desTx" presStyleLbl="alignAccFollowNode1" presStyleIdx="2" presStyleCnt="4">
        <dgm:presLayoutVars/>
      </dgm:prSet>
      <dgm:spPr/>
    </dgm:pt>
    <dgm:pt modelId="{3D7F1847-8AB4-6144-8EB5-28595F03CE24}" type="pres">
      <dgm:prSet presAssocID="{DE954E53-2F0E-4DE3-93A5-3B94C24ACD91}" presName="space" presStyleCnt="0"/>
      <dgm:spPr/>
    </dgm:pt>
    <dgm:pt modelId="{7AA5C68D-7111-044F-87CB-68067C482F66}" type="pres">
      <dgm:prSet presAssocID="{B0BD3034-C472-46B0-ABA8-F7F84C66D15B}" presName="composite" presStyleCnt="0"/>
      <dgm:spPr/>
    </dgm:pt>
    <dgm:pt modelId="{24A97AC9-5D66-EF47-89A3-F69EB60F83CB}" type="pres">
      <dgm:prSet presAssocID="{B0BD3034-C472-46B0-ABA8-F7F84C66D15B}" presName="parTx" presStyleLbl="alignNode1" presStyleIdx="3" presStyleCnt="4">
        <dgm:presLayoutVars>
          <dgm:chMax val="0"/>
          <dgm:chPref val="0"/>
        </dgm:presLayoutVars>
      </dgm:prSet>
      <dgm:spPr/>
    </dgm:pt>
    <dgm:pt modelId="{113E8CCB-B209-C74E-8400-97061460AC10}" type="pres">
      <dgm:prSet presAssocID="{B0BD3034-C472-46B0-ABA8-F7F84C66D15B}" presName="desTx" presStyleLbl="alignAccFollowNode1" presStyleIdx="3" presStyleCnt="4">
        <dgm:presLayoutVars/>
      </dgm:prSet>
      <dgm:spPr/>
    </dgm:pt>
  </dgm:ptLst>
  <dgm:cxnLst>
    <dgm:cxn modelId="{C0A4410B-6C81-4C82-B4BE-D03B927CDB71}" srcId="{066DDAF0-BDBC-4804-ADD2-0C870E97B54C}" destId="{B0BD3034-C472-46B0-ABA8-F7F84C66D15B}" srcOrd="3" destOrd="0" parTransId="{4A6B2DA8-FE7D-42B1-A227-42118CC03C05}" sibTransId="{DCE91823-99A6-426D-8D34-7C947F76C29D}"/>
    <dgm:cxn modelId="{558C2514-2A66-4A64-B4C8-C17AADD3E3CA}" srcId="{B0BD3034-C472-46B0-ABA8-F7F84C66D15B}" destId="{8E9FFC98-290B-4277-8316-FFA5BA41CC0E}" srcOrd="0" destOrd="0" parTransId="{EA900E35-AFF9-4D13-8397-CBC9D1F35CA9}" sibTransId="{CCAAFBB6-30D2-4622-8556-D8709245E0B5}"/>
    <dgm:cxn modelId="{69C21419-FB62-3047-A798-57A9FB0FD53B}" type="presOf" srcId="{84614B6A-002D-41BD-A7A9-E2DD95EF1258}" destId="{44D95375-9164-3743-9069-94FDC503CB29}" srcOrd="0" destOrd="0" presId="urn:microsoft.com/office/officeart/2016/7/layout/ChevronBlockProcess"/>
    <dgm:cxn modelId="{B62B0E39-1D2D-B345-9994-F8A708935273}" type="presOf" srcId="{0CCF530E-C43E-4611-A3EC-B5E29E4E5464}" destId="{52419083-8BBA-494D-B4C8-F9D69603AAFA}" srcOrd="0" destOrd="0" presId="urn:microsoft.com/office/officeart/2016/7/layout/ChevronBlockProcess"/>
    <dgm:cxn modelId="{29AFD14C-9BE5-6E4E-9F1E-440B08F6872A}" type="presOf" srcId="{23886D88-3DC8-4742-A948-2A580CA8365D}" destId="{CA4CF552-74A6-5F46-80D7-E137D187B155}" srcOrd="0" destOrd="0" presId="urn:microsoft.com/office/officeart/2016/7/layout/ChevronBlockProcess"/>
    <dgm:cxn modelId="{F8D8216A-33C5-49EC-A029-9C425CE8E1B3}" srcId="{E2CA1B56-FC9F-44F5-9F4A-D27F3BC4CE2D}" destId="{23886D88-3DC8-4742-A948-2A580CA8365D}" srcOrd="0" destOrd="0" parTransId="{80E6C2FF-38F3-4986-AC24-6A1E191C9E25}" sibTransId="{AE87976E-8CA7-430D-B43A-F6A295DAF2C1}"/>
    <dgm:cxn modelId="{5832DC78-C1B8-7747-A8D4-5A4099FA3A1F}" type="presOf" srcId="{066DDAF0-BDBC-4804-ADD2-0C870E97B54C}" destId="{9B509D00-430B-DB43-9C3A-BD040C898F91}" srcOrd="0" destOrd="0" presId="urn:microsoft.com/office/officeart/2016/7/layout/ChevronBlockProcess"/>
    <dgm:cxn modelId="{75E94A79-9343-D348-A43D-DB6FCC9EFD67}" type="presOf" srcId="{E2CA1B56-FC9F-44F5-9F4A-D27F3BC4CE2D}" destId="{5FE9BC6F-735D-AE40-BEAE-5161228D9454}" srcOrd="0" destOrd="0" presId="urn:microsoft.com/office/officeart/2016/7/layout/ChevronBlockProcess"/>
    <dgm:cxn modelId="{DC9433B9-24C5-EA4A-BA44-F1C1CFBCF95D}" type="presOf" srcId="{AD0C2FA6-4551-4A49-8249-5084093543EC}" destId="{99C26D45-C5C4-FA40-AAA2-1C345F2C1ED9}" srcOrd="0" destOrd="0" presId="urn:microsoft.com/office/officeart/2016/7/layout/ChevronBlockProcess"/>
    <dgm:cxn modelId="{347E66B9-9038-CE4B-8802-BA05C4FEE27A}" type="presOf" srcId="{D2068C94-7544-42F6-B4F0-538031E7572F}" destId="{9EFA9364-DED4-434D-9809-995997D4F6F8}" srcOrd="0" destOrd="0" presId="urn:microsoft.com/office/officeart/2016/7/layout/ChevronBlockProcess"/>
    <dgm:cxn modelId="{9C5B39C1-B09F-46E2-A6EC-2F329EA23E28}" srcId="{066DDAF0-BDBC-4804-ADD2-0C870E97B54C}" destId="{AD0C2FA6-4551-4A49-8249-5084093543EC}" srcOrd="1" destOrd="0" parTransId="{7A2F365F-130B-4E5C-A33D-EC42A8516FC0}" sibTransId="{F49E66BE-F94F-424D-8CEA-7857CEF3C733}"/>
    <dgm:cxn modelId="{98082CD4-7ED6-46CD-9C38-0FFB2BA99373}" srcId="{AD0C2FA6-4551-4A49-8249-5084093543EC}" destId="{0CCF530E-C43E-4611-A3EC-B5E29E4E5464}" srcOrd="0" destOrd="0" parTransId="{B78E125A-A331-45B1-A09B-D68029FED069}" sibTransId="{FFFF17E6-5BB5-4C6E-B33B-A11D9A07DE49}"/>
    <dgm:cxn modelId="{A1E504E2-D3A8-47D0-9DE9-A2B537210297}" srcId="{D2068C94-7544-42F6-B4F0-538031E7572F}" destId="{84614B6A-002D-41BD-A7A9-E2DD95EF1258}" srcOrd="0" destOrd="0" parTransId="{48967103-B7D9-4147-9EB7-AF8FC43A3468}" sibTransId="{144458CB-AAFD-42BC-AF51-6195E7445A51}"/>
    <dgm:cxn modelId="{DF50FFE8-4593-49FD-B08F-5FD1CA89102C}" srcId="{066DDAF0-BDBC-4804-ADD2-0C870E97B54C}" destId="{E2CA1B56-FC9F-44F5-9F4A-D27F3BC4CE2D}" srcOrd="0" destOrd="0" parTransId="{699CEAE0-DD57-4CFF-A4B5-1F0418EB90B0}" sibTransId="{C0E12EF1-DF63-42FD-B91F-2722E329BC07}"/>
    <dgm:cxn modelId="{6402EFE9-CA44-B648-8A47-DC3E99DFFCB5}" type="presOf" srcId="{8E9FFC98-290B-4277-8316-FFA5BA41CC0E}" destId="{113E8CCB-B209-C74E-8400-97061460AC10}" srcOrd="0" destOrd="0" presId="urn:microsoft.com/office/officeart/2016/7/layout/ChevronBlockProcess"/>
    <dgm:cxn modelId="{8CB5BBEA-FC6D-AB49-8D61-4C569F841B3F}" type="presOf" srcId="{B0BD3034-C472-46B0-ABA8-F7F84C66D15B}" destId="{24A97AC9-5D66-EF47-89A3-F69EB60F83CB}" srcOrd="0" destOrd="0" presId="urn:microsoft.com/office/officeart/2016/7/layout/ChevronBlockProcess"/>
    <dgm:cxn modelId="{9925F2EA-4727-4F10-814B-4440455BB951}" srcId="{066DDAF0-BDBC-4804-ADD2-0C870E97B54C}" destId="{D2068C94-7544-42F6-B4F0-538031E7572F}" srcOrd="2" destOrd="0" parTransId="{9A2B67C9-B9FD-419B-B915-D84A9CDCBC8E}" sibTransId="{DE954E53-2F0E-4DE3-93A5-3B94C24ACD91}"/>
    <dgm:cxn modelId="{D4217E4D-1692-7941-9BA6-EC71A157AD19}" type="presParOf" srcId="{9B509D00-430B-DB43-9C3A-BD040C898F91}" destId="{A10501CD-AF3F-3A4D-B195-5245CA273472}" srcOrd="0" destOrd="0" presId="urn:microsoft.com/office/officeart/2016/7/layout/ChevronBlockProcess"/>
    <dgm:cxn modelId="{121B4F6E-B213-0E4C-A404-BE2187F1C371}" type="presParOf" srcId="{A10501CD-AF3F-3A4D-B195-5245CA273472}" destId="{5FE9BC6F-735D-AE40-BEAE-5161228D9454}" srcOrd="0" destOrd="0" presId="urn:microsoft.com/office/officeart/2016/7/layout/ChevronBlockProcess"/>
    <dgm:cxn modelId="{BF4E5BDC-5E90-574B-9258-6CFB4264B038}" type="presParOf" srcId="{A10501CD-AF3F-3A4D-B195-5245CA273472}" destId="{CA4CF552-74A6-5F46-80D7-E137D187B155}" srcOrd="1" destOrd="0" presId="urn:microsoft.com/office/officeart/2016/7/layout/ChevronBlockProcess"/>
    <dgm:cxn modelId="{EA0B6252-80D1-5447-90BA-F7A54843B1FE}" type="presParOf" srcId="{9B509D00-430B-DB43-9C3A-BD040C898F91}" destId="{5A42A64F-7911-8041-9DFF-2C87DB32509F}" srcOrd="1" destOrd="0" presId="urn:microsoft.com/office/officeart/2016/7/layout/ChevronBlockProcess"/>
    <dgm:cxn modelId="{013D7DAE-75CC-4942-BB7E-509D48F7A1A9}" type="presParOf" srcId="{9B509D00-430B-DB43-9C3A-BD040C898F91}" destId="{4061B03B-F490-224F-A072-7C77D550A7B5}" srcOrd="2" destOrd="0" presId="urn:microsoft.com/office/officeart/2016/7/layout/ChevronBlockProcess"/>
    <dgm:cxn modelId="{53B13E54-9E87-B640-893D-CDF287748C40}" type="presParOf" srcId="{4061B03B-F490-224F-A072-7C77D550A7B5}" destId="{99C26D45-C5C4-FA40-AAA2-1C345F2C1ED9}" srcOrd="0" destOrd="0" presId="urn:microsoft.com/office/officeart/2016/7/layout/ChevronBlockProcess"/>
    <dgm:cxn modelId="{4D3DBCDE-5221-D44B-9EC3-BCD7D89EF2AF}" type="presParOf" srcId="{4061B03B-F490-224F-A072-7C77D550A7B5}" destId="{52419083-8BBA-494D-B4C8-F9D69603AAFA}" srcOrd="1" destOrd="0" presId="urn:microsoft.com/office/officeart/2016/7/layout/ChevronBlockProcess"/>
    <dgm:cxn modelId="{F1D91015-9D09-DF4E-B414-870DCE774F45}" type="presParOf" srcId="{9B509D00-430B-DB43-9C3A-BD040C898F91}" destId="{7A32AF6A-3E34-8345-92D5-4F1E3C0CA969}" srcOrd="3" destOrd="0" presId="urn:microsoft.com/office/officeart/2016/7/layout/ChevronBlockProcess"/>
    <dgm:cxn modelId="{0DC59245-A8AF-0E41-A118-44AB35DBD79D}" type="presParOf" srcId="{9B509D00-430B-DB43-9C3A-BD040C898F91}" destId="{1762DC72-CBE4-AB47-A890-83F19FB86C16}" srcOrd="4" destOrd="0" presId="urn:microsoft.com/office/officeart/2016/7/layout/ChevronBlockProcess"/>
    <dgm:cxn modelId="{FBD033EE-B7CD-894F-A87E-CA84028478BF}" type="presParOf" srcId="{1762DC72-CBE4-AB47-A890-83F19FB86C16}" destId="{9EFA9364-DED4-434D-9809-995997D4F6F8}" srcOrd="0" destOrd="0" presId="urn:microsoft.com/office/officeart/2016/7/layout/ChevronBlockProcess"/>
    <dgm:cxn modelId="{284F3D3B-5593-B045-B160-135889C173E0}" type="presParOf" srcId="{1762DC72-CBE4-AB47-A890-83F19FB86C16}" destId="{44D95375-9164-3743-9069-94FDC503CB29}" srcOrd="1" destOrd="0" presId="urn:microsoft.com/office/officeart/2016/7/layout/ChevronBlockProcess"/>
    <dgm:cxn modelId="{CE26C10B-31AA-6943-AF3A-47D65399398C}" type="presParOf" srcId="{9B509D00-430B-DB43-9C3A-BD040C898F91}" destId="{3D7F1847-8AB4-6144-8EB5-28595F03CE24}" srcOrd="5" destOrd="0" presId="urn:microsoft.com/office/officeart/2016/7/layout/ChevronBlockProcess"/>
    <dgm:cxn modelId="{287EAC2E-1820-264B-860C-90E4F8433B83}" type="presParOf" srcId="{9B509D00-430B-DB43-9C3A-BD040C898F91}" destId="{7AA5C68D-7111-044F-87CB-68067C482F66}" srcOrd="6" destOrd="0" presId="urn:microsoft.com/office/officeart/2016/7/layout/ChevronBlockProcess"/>
    <dgm:cxn modelId="{7D0DD6B4-2BCD-4D41-BF28-DDD47DA3CD9E}" type="presParOf" srcId="{7AA5C68D-7111-044F-87CB-68067C482F66}" destId="{24A97AC9-5D66-EF47-89A3-F69EB60F83CB}" srcOrd="0" destOrd="0" presId="urn:microsoft.com/office/officeart/2016/7/layout/ChevronBlockProcess"/>
    <dgm:cxn modelId="{4DCFE621-4C04-C24A-974B-0C40CE146616}" type="presParOf" srcId="{7AA5C68D-7111-044F-87CB-68067C482F66}" destId="{113E8CCB-B209-C74E-8400-97061460AC10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23493DA-9B0B-435D-8733-4613DF7ED5A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FC58025A-DD66-46A7-BF5B-ED12743A890C}">
      <dgm:prSet/>
      <dgm:spPr/>
      <dgm:t>
        <a:bodyPr/>
        <a:lstStyle/>
        <a:p>
          <a:r>
            <a:rPr lang="en-US"/>
            <a:t>Thank you Professor Alraee</a:t>
          </a:r>
        </a:p>
      </dgm:t>
    </dgm:pt>
    <dgm:pt modelId="{CF4AAA2C-C98C-48CB-B0DB-E572F05FD9A1}" type="parTrans" cxnId="{66F6B6B2-2415-4676-BC4D-9D7F0CC98A6A}">
      <dgm:prSet/>
      <dgm:spPr/>
      <dgm:t>
        <a:bodyPr/>
        <a:lstStyle/>
        <a:p>
          <a:endParaRPr lang="en-US"/>
        </a:p>
      </dgm:t>
    </dgm:pt>
    <dgm:pt modelId="{FBB89955-641B-407C-8B99-CFEAF2EC3577}" type="sibTrans" cxnId="{66F6B6B2-2415-4676-BC4D-9D7F0CC98A6A}">
      <dgm:prSet/>
      <dgm:spPr/>
      <dgm:t>
        <a:bodyPr/>
        <a:lstStyle/>
        <a:p>
          <a:endParaRPr lang="en-US"/>
        </a:p>
      </dgm:t>
    </dgm:pt>
    <dgm:pt modelId="{CEA878D1-199C-441C-80DC-083C8BC5EF43}">
      <dgm:prSet/>
      <dgm:spPr/>
      <dgm:t>
        <a:bodyPr/>
        <a:lstStyle/>
        <a:p>
          <a:r>
            <a:rPr lang="en-US"/>
            <a:t>Thank you Professor Saidi and my classmates</a:t>
          </a:r>
        </a:p>
      </dgm:t>
    </dgm:pt>
    <dgm:pt modelId="{4AF43CD1-9D59-4EC3-B53E-8F85EF195DB2}" type="parTrans" cxnId="{50396352-ED90-4E6A-B8A8-76D035F2F007}">
      <dgm:prSet/>
      <dgm:spPr/>
      <dgm:t>
        <a:bodyPr/>
        <a:lstStyle/>
        <a:p>
          <a:endParaRPr lang="en-US"/>
        </a:p>
      </dgm:t>
    </dgm:pt>
    <dgm:pt modelId="{49BD9D2B-A790-4D1A-B234-81D1DB23CEDE}" type="sibTrans" cxnId="{50396352-ED90-4E6A-B8A8-76D035F2F007}">
      <dgm:prSet/>
      <dgm:spPr/>
      <dgm:t>
        <a:bodyPr/>
        <a:lstStyle/>
        <a:p>
          <a:endParaRPr lang="en-US"/>
        </a:p>
      </dgm:t>
    </dgm:pt>
    <dgm:pt modelId="{204F707E-4A71-4041-A527-179C009CF811}">
      <dgm:prSet/>
      <dgm:spPr/>
      <dgm:t>
        <a:bodyPr/>
        <a:lstStyle/>
        <a:p>
          <a:r>
            <a:rPr lang="en-US"/>
            <a:t>Montgomery County Open Data</a:t>
          </a:r>
        </a:p>
      </dgm:t>
    </dgm:pt>
    <dgm:pt modelId="{DEE8E6C7-9D4B-4FA4-B177-032054F97548}" type="parTrans" cxnId="{EEC2C84D-D853-4D6A-838D-6CDB755DC289}">
      <dgm:prSet/>
      <dgm:spPr/>
      <dgm:t>
        <a:bodyPr/>
        <a:lstStyle/>
        <a:p>
          <a:endParaRPr lang="en-US"/>
        </a:p>
      </dgm:t>
    </dgm:pt>
    <dgm:pt modelId="{BCC08EE8-7C4E-4771-A365-402134565500}" type="sibTrans" cxnId="{EEC2C84D-D853-4D6A-838D-6CDB755DC289}">
      <dgm:prSet/>
      <dgm:spPr/>
      <dgm:t>
        <a:bodyPr/>
        <a:lstStyle/>
        <a:p>
          <a:endParaRPr lang="en-US"/>
        </a:p>
      </dgm:t>
    </dgm:pt>
    <dgm:pt modelId="{7B90A35A-F103-4218-B7E6-41EECEEF0684}" type="pres">
      <dgm:prSet presAssocID="{A23493DA-9B0B-435D-8733-4613DF7ED5AA}" presName="root" presStyleCnt="0">
        <dgm:presLayoutVars>
          <dgm:dir/>
          <dgm:resizeHandles val="exact"/>
        </dgm:presLayoutVars>
      </dgm:prSet>
      <dgm:spPr/>
    </dgm:pt>
    <dgm:pt modelId="{EF6C0956-7104-4EC7-A7A8-B5014FBE486D}" type="pres">
      <dgm:prSet presAssocID="{FC58025A-DD66-46A7-BF5B-ED12743A890C}" presName="compNode" presStyleCnt="0"/>
      <dgm:spPr/>
    </dgm:pt>
    <dgm:pt modelId="{289AE9E3-DAF1-444E-BD27-9398756F0D6D}" type="pres">
      <dgm:prSet presAssocID="{FC58025A-DD66-46A7-BF5B-ED12743A890C}" presName="bgRect" presStyleLbl="bgShp" presStyleIdx="0" presStyleCnt="3"/>
      <dgm:spPr/>
    </dgm:pt>
    <dgm:pt modelId="{E554A873-58CF-4FD0-97CE-C97E31930A79}" type="pres">
      <dgm:prSet presAssocID="{FC58025A-DD66-46A7-BF5B-ED12743A890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B9F477F9-2796-43E5-A5F3-23A516D7E066}" type="pres">
      <dgm:prSet presAssocID="{FC58025A-DD66-46A7-BF5B-ED12743A890C}" presName="spaceRect" presStyleCnt="0"/>
      <dgm:spPr/>
    </dgm:pt>
    <dgm:pt modelId="{FDE975C0-F94D-48AD-9142-6CCA2D1D75FA}" type="pres">
      <dgm:prSet presAssocID="{FC58025A-DD66-46A7-BF5B-ED12743A890C}" presName="parTx" presStyleLbl="revTx" presStyleIdx="0" presStyleCnt="3">
        <dgm:presLayoutVars>
          <dgm:chMax val="0"/>
          <dgm:chPref val="0"/>
        </dgm:presLayoutVars>
      </dgm:prSet>
      <dgm:spPr/>
    </dgm:pt>
    <dgm:pt modelId="{0C60E40A-6977-4EB2-BFC0-FFF072DDF4F3}" type="pres">
      <dgm:prSet presAssocID="{FBB89955-641B-407C-8B99-CFEAF2EC3577}" presName="sibTrans" presStyleCnt="0"/>
      <dgm:spPr/>
    </dgm:pt>
    <dgm:pt modelId="{AB2D32F2-5AFB-4882-BFA9-B54DD67B08ED}" type="pres">
      <dgm:prSet presAssocID="{CEA878D1-199C-441C-80DC-083C8BC5EF43}" presName="compNode" presStyleCnt="0"/>
      <dgm:spPr/>
    </dgm:pt>
    <dgm:pt modelId="{08EC61D6-9B45-4B88-9D39-39AB430CFEBA}" type="pres">
      <dgm:prSet presAssocID="{CEA878D1-199C-441C-80DC-083C8BC5EF43}" presName="bgRect" presStyleLbl="bgShp" presStyleIdx="1" presStyleCnt="3"/>
      <dgm:spPr/>
    </dgm:pt>
    <dgm:pt modelId="{359A0F1E-9CD6-45A4-BC80-8BEE4571ED8A}" type="pres">
      <dgm:prSet presAssocID="{CEA878D1-199C-441C-80DC-083C8BC5EF43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inning Face with No Fill"/>
        </a:ext>
      </dgm:extLst>
    </dgm:pt>
    <dgm:pt modelId="{C8A6F8A5-8398-4702-9D20-D6587D2A6EE3}" type="pres">
      <dgm:prSet presAssocID="{CEA878D1-199C-441C-80DC-083C8BC5EF43}" presName="spaceRect" presStyleCnt="0"/>
      <dgm:spPr/>
    </dgm:pt>
    <dgm:pt modelId="{C9C10E66-8BCD-4F0E-A177-89F7A5B5B61F}" type="pres">
      <dgm:prSet presAssocID="{CEA878D1-199C-441C-80DC-083C8BC5EF43}" presName="parTx" presStyleLbl="revTx" presStyleIdx="1" presStyleCnt="3">
        <dgm:presLayoutVars>
          <dgm:chMax val="0"/>
          <dgm:chPref val="0"/>
        </dgm:presLayoutVars>
      </dgm:prSet>
      <dgm:spPr/>
    </dgm:pt>
    <dgm:pt modelId="{303A0B13-7747-440B-9475-02220C90DB31}" type="pres">
      <dgm:prSet presAssocID="{49BD9D2B-A790-4D1A-B234-81D1DB23CEDE}" presName="sibTrans" presStyleCnt="0"/>
      <dgm:spPr/>
    </dgm:pt>
    <dgm:pt modelId="{909AF338-DA85-411A-8442-1F155F468257}" type="pres">
      <dgm:prSet presAssocID="{204F707E-4A71-4041-A527-179C009CF811}" presName="compNode" presStyleCnt="0"/>
      <dgm:spPr/>
    </dgm:pt>
    <dgm:pt modelId="{E46D609E-6B84-459A-AAF1-4E1776575B0A}" type="pres">
      <dgm:prSet presAssocID="{204F707E-4A71-4041-A527-179C009CF811}" presName="bgRect" presStyleLbl="bgShp" presStyleIdx="2" presStyleCnt="3"/>
      <dgm:spPr/>
    </dgm:pt>
    <dgm:pt modelId="{532181B9-373A-483F-8C1D-551E2B5E2B53}" type="pres">
      <dgm:prSet presAssocID="{204F707E-4A71-4041-A527-179C009CF811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D75AB1C1-29BC-4115-A840-BABD2721F004}" type="pres">
      <dgm:prSet presAssocID="{204F707E-4A71-4041-A527-179C009CF811}" presName="spaceRect" presStyleCnt="0"/>
      <dgm:spPr/>
    </dgm:pt>
    <dgm:pt modelId="{5D93E95C-575E-49F5-8E64-3ED286A4FAA0}" type="pres">
      <dgm:prSet presAssocID="{204F707E-4A71-4041-A527-179C009CF81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9BBD52D-AB6C-4DA1-B5BF-0C77AA3EE0AA}" type="presOf" srcId="{CEA878D1-199C-441C-80DC-083C8BC5EF43}" destId="{C9C10E66-8BCD-4F0E-A177-89F7A5B5B61F}" srcOrd="0" destOrd="0" presId="urn:microsoft.com/office/officeart/2018/2/layout/IconVerticalSolidList"/>
    <dgm:cxn modelId="{002B6845-C202-4DC9-AB8D-E99DF5A43779}" type="presOf" srcId="{A23493DA-9B0B-435D-8733-4613DF7ED5AA}" destId="{7B90A35A-F103-4218-B7E6-41EECEEF0684}" srcOrd="0" destOrd="0" presId="urn:microsoft.com/office/officeart/2018/2/layout/IconVerticalSolidList"/>
    <dgm:cxn modelId="{EEC2C84D-D853-4D6A-838D-6CDB755DC289}" srcId="{A23493DA-9B0B-435D-8733-4613DF7ED5AA}" destId="{204F707E-4A71-4041-A527-179C009CF811}" srcOrd="2" destOrd="0" parTransId="{DEE8E6C7-9D4B-4FA4-B177-032054F97548}" sibTransId="{BCC08EE8-7C4E-4771-A365-402134565500}"/>
    <dgm:cxn modelId="{50396352-ED90-4E6A-B8A8-76D035F2F007}" srcId="{A23493DA-9B0B-435D-8733-4613DF7ED5AA}" destId="{CEA878D1-199C-441C-80DC-083C8BC5EF43}" srcOrd="1" destOrd="0" parTransId="{4AF43CD1-9D59-4EC3-B53E-8F85EF195DB2}" sibTransId="{49BD9D2B-A790-4D1A-B234-81D1DB23CEDE}"/>
    <dgm:cxn modelId="{66F6B6B2-2415-4676-BC4D-9D7F0CC98A6A}" srcId="{A23493DA-9B0B-435D-8733-4613DF7ED5AA}" destId="{FC58025A-DD66-46A7-BF5B-ED12743A890C}" srcOrd="0" destOrd="0" parTransId="{CF4AAA2C-C98C-48CB-B0DB-E572F05FD9A1}" sibTransId="{FBB89955-641B-407C-8B99-CFEAF2EC3577}"/>
    <dgm:cxn modelId="{3219C6D0-F21F-4FE3-A50F-EEAC3D457BE4}" type="presOf" srcId="{204F707E-4A71-4041-A527-179C009CF811}" destId="{5D93E95C-575E-49F5-8E64-3ED286A4FAA0}" srcOrd="0" destOrd="0" presId="urn:microsoft.com/office/officeart/2018/2/layout/IconVerticalSolidList"/>
    <dgm:cxn modelId="{EAF042EE-067F-4F8D-8B64-D68632A3CE60}" type="presOf" srcId="{FC58025A-DD66-46A7-BF5B-ED12743A890C}" destId="{FDE975C0-F94D-48AD-9142-6CCA2D1D75FA}" srcOrd="0" destOrd="0" presId="urn:microsoft.com/office/officeart/2018/2/layout/IconVerticalSolidList"/>
    <dgm:cxn modelId="{28FAA852-25EB-4D14-9886-304B185725C7}" type="presParOf" srcId="{7B90A35A-F103-4218-B7E6-41EECEEF0684}" destId="{EF6C0956-7104-4EC7-A7A8-B5014FBE486D}" srcOrd="0" destOrd="0" presId="urn:microsoft.com/office/officeart/2018/2/layout/IconVerticalSolidList"/>
    <dgm:cxn modelId="{23A799E7-F135-408F-8905-03F26D239C0A}" type="presParOf" srcId="{EF6C0956-7104-4EC7-A7A8-B5014FBE486D}" destId="{289AE9E3-DAF1-444E-BD27-9398756F0D6D}" srcOrd="0" destOrd="0" presId="urn:microsoft.com/office/officeart/2018/2/layout/IconVerticalSolidList"/>
    <dgm:cxn modelId="{783E7E84-B291-42A9-975F-910C0680ACD7}" type="presParOf" srcId="{EF6C0956-7104-4EC7-A7A8-B5014FBE486D}" destId="{E554A873-58CF-4FD0-97CE-C97E31930A79}" srcOrd="1" destOrd="0" presId="urn:microsoft.com/office/officeart/2018/2/layout/IconVerticalSolidList"/>
    <dgm:cxn modelId="{5FF53C8F-2817-42EC-A603-E9D88D790E82}" type="presParOf" srcId="{EF6C0956-7104-4EC7-A7A8-B5014FBE486D}" destId="{B9F477F9-2796-43E5-A5F3-23A516D7E066}" srcOrd="2" destOrd="0" presId="urn:microsoft.com/office/officeart/2018/2/layout/IconVerticalSolidList"/>
    <dgm:cxn modelId="{A615435F-2E0B-406B-BED0-75AF19CC0C9D}" type="presParOf" srcId="{EF6C0956-7104-4EC7-A7A8-B5014FBE486D}" destId="{FDE975C0-F94D-48AD-9142-6CCA2D1D75FA}" srcOrd="3" destOrd="0" presId="urn:microsoft.com/office/officeart/2018/2/layout/IconVerticalSolidList"/>
    <dgm:cxn modelId="{6825B291-E885-47A7-A0A0-F3DCDD27E4E7}" type="presParOf" srcId="{7B90A35A-F103-4218-B7E6-41EECEEF0684}" destId="{0C60E40A-6977-4EB2-BFC0-FFF072DDF4F3}" srcOrd="1" destOrd="0" presId="urn:microsoft.com/office/officeart/2018/2/layout/IconVerticalSolidList"/>
    <dgm:cxn modelId="{EBB32809-1113-481C-B1C6-3C7FD6AA9E72}" type="presParOf" srcId="{7B90A35A-F103-4218-B7E6-41EECEEF0684}" destId="{AB2D32F2-5AFB-4882-BFA9-B54DD67B08ED}" srcOrd="2" destOrd="0" presId="urn:microsoft.com/office/officeart/2018/2/layout/IconVerticalSolidList"/>
    <dgm:cxn modelId="{25A30B0A-D978-43B3-A677-3B09E0A4C44F}" type="presParOf" srcId="{AB2D32F2-5AFB-4882-BFA9-B54DD67B08ED}" destId="{08EC61D6-9B45-4B88-9D39-39AB430CFEBA}" srcOrd="0" destOrd="0" presId="urn:microsoft.com/office/officeart/2018/2/layout/IconVerticalSolidList"/>
    <dgm:cxn modelId="{B6133CA1-40BE-4DC2-9509-B5B5D5022547}" type="presParOf" srcId="{AB2D32F2-5AFB-4882-BFA9-B54DD67B08ED}" destId="{359A0F1E-9CD6-45A4-BC80-8BEE4571ED8A}" srcOrd="1" destOrd="0" presId="urn:microsoft.com/office/officeart/2018/2/layout/IconVerticalSolidList"/>
    <dgm:cxn modelId="{6E648264-9B7D-450A-BD43-5B0E461F88F3}" type="presParOf" srcId="{AB2D32F2-5AFB-4882-BFA9-B54DD67B08ED}" destId="{C8A6F8A5-8398-4702-9D20-D6587D2A6EE3}" srcOrd="2" destOrd="0" presId="urn:microsoft.com/office/officeart/2018/2/layout/IconVerticalSolidList"/>
    <dgm:cxn modelId="{F28FDF02-48CD-458B-9D63-6B66D90EFDCF}" type="presParOf" srcId="{AB2D32F2-5AFB-4882-BFA9-B54DD67B08ED}" destId="{C9C10E66-8BCD-4F0E-A177-89F7A5B5B61F}" srcOrd="3" destOrd="0" presId="urn:microsoft.com/office/officeart/2018/2/layout/IconVerticalSolidList"/>
    <dgm:cxn modelId="{CCEB66CB-4627-4B4D-8E8D-AA7CFF26E0EC}" type="presParOf" srcId="{7B90A35A-F103-4218-B7E6-41EECEEF0684}" destId="{303A0B13-7747-440B-9475-02220C90DB31}" srcOrd="3" destOrd="0" presId="urn:microsoft.com/office/officeart/2018/2/layout/IconVerticalSolidList"/>
    <dgm:cxn modelId="{92AC648B-EE74-4D00-853F-875384D42F34}" type="presParOf" srcId="{7B90A35A-F103-4218-B7E6-41EECEEF0684}" destId="{909AF338-DA85-411A-8442-1F155F468257}" srcOrd="4" destOrd="0" presId="urn:microsoft.com/office/officeart/2018/2/layout/IconVerticalSolidList"/>
    <dgm:cxn modelId="{1958A875-9950-4034-8596-52BD16C15874}" type="presParOf" srcId="{909AF338-DA85-411A-8442-1F155F468257}" destId="{E46D609E-6B84-459A-AAF1-4E1776575B0A}" srcOrd="0" destOrd="0" presId="urn:microsoft.com/office/officeart/2018/2/layout/IconVerticalSolidList"/>
    <dgm:cxn modelId="{BA3AC892-06EC-4910-A73C-CDFC6F3FDF2F}" type="presParOf" srcId="{909AF338-DA85-411A-8442-1F155F468257}" destId="{532181B9-373A-483F-8C1D-551E2B5E2B53}" srcOrd="1" destOrd="0" presId="urn:microsoft.com/office/officeart/2018/2/layout/IconVerticalSolidList"/>
    <dgm:cxn modelId="{82AB87AE-7261-4392-A899-771C6EEBA0FD}" type="presParOf" srcId="{909AF338-DA85-411A-8442-1F155F468257}" destId="{D75AB1C1-29BC-4115-A840-BABD2721F004}" srcOrd="2" destOrd="0" presId="urn:microsoft.com/office/officeart/2018/2/layout/IconVerticalSolidList"/>
    <dgm:cxn modelId="{E61011E1-6CA8-4F66-A592-B219DC30F9B2}" type="presParOf" srcId="{909AF338-DA85-411A-8442-1F155F468257}" destId="{5D93E95C-575E-49F5-8E64-3ED286A4FAA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C7187F-3A4E-49FA-AD90-976810E0ADD1}">
      <dsp:nvSpPr>
        <dsp:cNvPr id="0" name=""/>
        <dsp:cNvSpPr/>
      </dsp:nvSpPr>
      <dsp:spPr>
        <a:xfrm>
          <a:off x="0" y="649"/>
          <a:ext cx="4417265" cy="151941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DE95C3-3D4C-4B7E-AC37-9438F6B38173}">
      <dsp:nvSpPr>
        <dsp:cNvPr id="0" name=""/>
        <dsp:cNvSpPr/>
      </dsp:nvSpPr>
      <dsp:spPr>
        <a:xfrm>
          <a:off x="459622" y="342517"/>
          <a:ext cx="835676" cy="83567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A0D532-ADCC-402F-A24D-1D642A58BA3D}">
      <dsp:nvSpPr>
        <dsp:cNvPr id="0" name=""/>
        <dsp:cNvSpPr/>
      </dsp:nvSpPr>
      <dsp:spPr>
        <a:xfrm>
          <a:off x="1754920" y="649"/>
          <a:ext cx="2662344" cy="1519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804" tIns="160804" rIns="160804" bIns="16080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Food safety violations can place customers at risk</a:t>
          </a:r>
        </a:p>
      </dsp:txBody>
      <dsp:txXfrm>
        <a:off x="1754920" y="649"/>
        <a:ext cx="2662344" cy="1519412"/>
      </dsp:txXfrm>
    </dsp:sp>
    <dsp:sp modelId="{35431CDA-4B7E-4553-AC69-560F2DB39FED}">
      <dsp:nvSpPr>
        <dsp:cNvPr id="0" name=""/>
        <dsp:cNvSpPr/>
      </dsp:nvSpPr>
      <dsp:spPr>
        <a:xfrm>
          <a:off x="0" y="1899914"/>
          <a:ext cx="4417265" cy="151941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67F634-1700-4E60-9CD7-BCB5AD306172}">
      <dsp:nvSpPr>
        <dsp:cNvPr id="0" name=""/>
        <dsp:cNvSpPr/>
      </dsp:nvSpPr>
      <dsp:spPr>
        <a:xfrm>
          <a:off x="459622" y="2241782"/>
          <a:ext cx="835676" cy="83567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65F615-9B0B-4AC9-AC18-8D951836A876}">
      <dsp:nvSpPr>
        <dsp:cNvPr id="0" name=""/>
        <dsp:cNvSpPr/>
      </dsp:nvSpPr>
      <dsp:spPr>
        <a:xfrm>
          <a:off x="1754920" y="1899914"/>
          <a:ext cx="2662344" cy="1519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804" tIns="160804" rIns="160804" bIns="16080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Inspection records reveal patterns in violations and closures</a:t>
          </a:r>
        </a:p>
      </dsp:txBody>
      <dsp:txXfrm>
        <a:off x="1754920" y="1899914"/>
        <a:ext cx="2662344" cy="1519412"/>
      </dsp:txXfrm>
    </dsp:sp>
    <dsp:sp modelId="{4466D4E3-3C8D-4CF7-90A5-92C74CE71576}">
      <dsp:nvSpPr>
        <dsp:cNvPr id="0" name=""/>
        <dsp:cNvSpPr/>
      </dsp:nvSpPr>
      <dsp:spPr>
        <a:xfrm>
          <a:off x="0" y="3799179"/>
          <a:ext cx="4417265" cy="151941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5F4037-5900-4152-A22D-99AAB1340E19}">
      <dsp:nvSpPr>
        <dsp:cNvPr id="0" name=""/>
        <dsp:cNvSpPr/>
      </dsp:nvSpPr>
      <dsp:spPr>
        <a:xfrm>
          <a:off x="459622" y="4141047"/>
          <a:ext cx="835676" cy="83567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F01CC9-2409-4CE7-9AD3-C5EF58C858E1}">
      <dsp:nvSpPr>
        <dsp:cNvPr id="0" name=""/>
        <dsp:cNvSpPr/>
      </dsp:nvSpPr>
      <dsp:spPr>
        <a:xfrm>
          <a:off x="1754920" y="3799179"/>
          <a:ext cx="2662344" cy="1519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804" tIns="160804" rIns="160804" bIns="16080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Project Question: What patterns are associated with failed inspections and closure events?</a:t>
          </a:r>
        </a:p>
      </dsp:txBody>
      <dsp:txXfrm>
        <a:off x="1754920" y="3799179"/>
        <a:ext cx="2662344" cy="15194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C30D82-A720-7945-BB6E-2BD106405AAA}">
      <dsp:nvSpPr>
        <dsp:cNvPr id="0" name=""/>
        <dsp:cNvSpPr/>
      </dsp:nvSpPr>
      <dsp:spPr>
        <a:xfrm>
          <a:off x="0" y="0"/>
          <a:ext cx="5073435" cy="101005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Datasets: FoodInspectionData.csv and Closed_Food_Establishments.csv</a:t>
          </a:r>
        </a:p>
      </dsp:txBody>
      <dsp:txXfrm>
        <a:off x="29583" y="29583"/>
        <a:ext cx="3983513" cy="950884"/>
      </dsp:txXfrm>
    </dsp:sp>
    <dsp:sp modelId="{9B4A6DB8-06CF-2B45-9836-168C4473D0CA}">
      <dsp:nvSpPr>
        <dsp:cNvPr id="0" name=""/>
        <dsp:cNvSpPr/>
      </dsp:nvSpPr>
      <dsp:spPr>
        <a:xfrm>
          <a:off x="447656" y="1178391"/>
          <a:ext cx="5073435" cy="1010050"/>
        </a:xfrm>
        <a:prstGeom prst="roundRect">
          <a:avLst>
            <a:gd name="adj" fmla="val 10000"/>
          </a:avLst>
        </a:prstGeom>
        <a:solidFill>
          <a:schemeClr val="accent2">
            <a:hueOff val="1327892"/>
            <a:satOff val="4567"/>
            <a:lumOff val="-88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Contains inspection outcomes, dates, locations, and violation indicators</a:t>
          </a:r>
        </a:p>
      </dsp:txBody>
      <dsp:txXfrm>
        <a:off x="477239" y="1207974"/>
        <a:ext cx="3910081" cy="950884"/>
      </dsp:txXfrm>
    </dsp:sp>
    <dsp:sp modelId="{B93EC7EF-6029-6140-9D8F-1B3239027B23}">
      <dsp:nvSpPr>
        <dsp:cNvPr id="0" name=""/>
        <dsp:cNvSpPr/>
      </dsp:nvSpPr>
      <dsp:spPr>
        <a:xfrm>
          <a:off x="895312" y="2356783"/>
          <a:ext cx="5073435" cy="1010050"/>
        </a:xfrm>
        <a:prstGeom prst="roundRect">
          <a:avLst>
            <a:gd name="adj" fmla="val 10000"/>
          </a:avLst>
        </a:prstGeom>
        <a:solidFill>
          <a:schemeClr val="accent2">
            <a:hueOff val="2655785"/>
            <a:satOff val="9135"/>
            <a:lumOff val="-176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Tools Used: R, tidyverse, ggplot2, lubridate, GitHub</a:t>
          </a:r>
        </a:p>
      </dsp:txBody>
      <dsp:txXfrm>
        <a:off x="924895" y="2386366"/>
        <a:ext cx="3910081" cy="950884"/>
      </dsp:txXfrm>
    </dsp:sp>
    <dsp:sp modelId="{BE5FF27A-FC92-3440-B532-5A31CE5DC065}">
      <dsp:nvSpPr>
        <dsp:cNvPr id="0" name=""/>
        <dsp:cNvSpPr/>
      </dsp:nvSpPr>
      <dsp:spPr>
        <a:xfrm>
          <a:off x="4416903" y="765954"/>
          <a:ext cx="656532" cy="65653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4564623" y="765954"/>
        <a:ext cx="361092" cy="494040"/>
      </dsp:txXfrm>
    </dsp:sp>
    <dsp:sp modelId="{6CAB17F0-9F89-FD4E-A61F-14A2A138F4A2}">
      <dsp:nvSpPr>
        <dsp:cNvPr id="0" name=""/>
        <dsp:cNvSpPr/>
      </dsp:nvSpPr>
      <dsp:spPr>
        <a:xfrm>
          <a:off x="4864559" y="1937612"/>
          <a:ext cx="656532" cy="65653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34176"/>
            <a:satOff val="7689"/>
            <a:lumOff val="83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3334176"/>
              <a:satOff val="7689"/>
              <a:lumOff val="8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5012279" y="1937612"/>
        <a:ext cx="361092" cy="4940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AB44F9-D3E3-C542-AA32-320B28B71FC5}">
      <dsp:nvSpPr>
        <dsp:cNvPr id="0" name=""/>
        <dsp:cNvSpPr/>
      </dsp:nvSpPr>
      <dsp:spPr>
        <a:xfrm>
          <a:off x="0" y="0"/>
          <a:ext cx="4595935" cy="60603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Removed duplicate inspection rows</a:t>
          </a:r>
        </a:p>
      </dsp:txBody>
      <dsp:txXfrm>
        <a:off x="17750" y="17750"/>
        <a:ext cx="3871076" cy="570530"/>
      </dsp:txXfrm>
    </dsp:sp>
    <dsp:sp modelId="{B3578879-3DE6-5E4A-B534-3599CE245D19}">
      <dsp:nvSpPr>
        <dsp:cNvPr id="0" name=""/>
        <dsp:cNvSpPr/>
      </dsp:nvSpPr>
      <dsp:spPr>
        <a:xfrm>
          <a:off x="343203" y="690200"/>
          <a:ext cx="4595935" cy="606030"/>
        </a:xfrm>
        <a:prstGeom prst="roundRect">
          <a:avLst>
            <a:gd name="adj" fmla="val 10000"/>
          </a:avLst>
        </a:prstGeom>
        <a:solidFill>
          <a:schemeClr val="accent2">
            <a:hueOff val="663946"/>
            <a:satOff val="2284"/>
            <a:lumOff val="-44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Standardized ZIP codes and city names</a:t>
          </a:r>
        </a:p>
      </dsp:txBody>
      <dsp:txXfrm>
        <a:off x="360953" y="707950"/>
        <a:ext cx="3823313" cy="570530"/>
      </dsp:txXfrm>
    </dsp:sp>
    <dsp:sp modelId="{1BAA3CA3-6E3B-F043-BD2F-1FC0B30AAB65}">
      <dsp:nvSpPr>
        <dsp:cNvPr id="0" name=""/>
        <dsp:cNvSpPr/>
      </dsp:nvSpPr>
      <dsp:spPr>
        <a:xfrm>
          <a:off x="686406" y="1380401"/>
          <a:ext cx="4595935" cy="606030"/>
        </a:xfrm>
        <a:prstGeom prst="roundRect">
          <a:avLst>
            <a:gd name="adj" fmla="val 10000"/>
          </a:avLst>
        </a:prstGeom>
        <a:solidFill>
          <a:schemeClr val="accent2">
            <a:hueOff val="1327892"/>
            <a:satOff val="4567"/>
            <a:lumOff val="-88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Converted inspection dates into date format</a:t>
          </a:r>
        </a:p>
      </dsp:txBody>
      <dsp:txXfrm>
        <a:off x="704156" y="1398151"/>
        <a:ext cx="3823313" cy="570530"/>
      </dsp:txXfrm>
    </dsp:sp>
    <dsp:sp modelId="{3C93317F-A183-F74F-B66E-133995BCC468}">
      <dsp:nvSpPr>
        <dsp:cNvPr id="0" name=""/>
        <dsp:cNvSpPr/>
      </dsp:nvSpPr>
      <dsp:spPr>
        <a:xfrm>
          <a:off x="1029609" y="2070602"/>
          <a:ext cx="4595935" cy="606030"/>
        </a:xfrm>
        <a:prstGeom prst="roundRect">
          <a:avLst>
            <a:gd name="adj" fmla="val 10000"/>
          </a:avLst>
        </a:prstGeom>
        <a:solidFill>
          <a:schemeClr val="accent2">
            <a:hueOff val="1991838"/>
            <a:satOff val="6851"/>
            <a:lumOff val="-132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Created variables such as critical_count and is_closed</a:t>
          </a:r>
        </a:p>
      </dsp:txBody>
      <dsp:txXfrm>
        <a:off x="1047359" y="2088352"/>
        <a:ext cx="3823313" cy="570530"/>
      </dsp:txXfrm>
    </dsp:sp>
    <dsp:sp modelId="{17524B87-9BEB-514D-ADF7-A9C97E2484A0}">
      <dsp:nvSpPr>
        <dsp:cNvPr id="0" name=""/>
        <dsp:cNvSpPr/>
      </dsp:nvSpPr>
      <dsp:spPr>
        <a:xfrm>
          <a:off x="1372812" y="2760803"/>
          <a:ext cx="4595935" cy="606030"/>
        </a:xfrm>
        <a:prstGeom prst="roundRect">
          <a:avLst>
            <a:gd name="adj" fmla="val 10000"/>
          </a:avLst>
        </a:prstGeom>
        <a:solidFill>
          <a:schemeClr val="accent2">
            <a:hueOff val="2655785"/>
            <a:satOff val="9135"/>
            <a:lumOff val="-176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Full details available in GitHub</a:t>
          </a:r>
        </a:p>
      </dsp:txBody>
      <dsp:txXfrm>
        <a:off x="1390562" y="2778553"/>
        <a:ext cx="3823313" cy="570530"/>
      </dsp:txXfrm>
    </dsp:sp>
    <dsp:sp modelId="{F924BCCF-24FF-6645-861F-282A7AA0D245}">
      <dsp:nvSpPr>
        <dsp:cNvPr id="0" name=""/>
        <dsp:cNvSpPr/>
      </dsp:nvSpPr>
      <dsp:spPr>
        <a:xfrm>
          <a:off x="4202016" y="442738"/>
          <a:ext cx="393919" cy="39391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4290648" y="442738"/>
        <a:ext cx="216655" cy="296424"/>
      </dsp:txXfrm>
    </dsp:sp>
    <dsp:sp modelId="{785F6B53-7E08-734E-B38E-BADD8957B57E}">
      <dsp:nvSpPr>
        <dsp:cNvPr id="0" name=""/>
        <dsp:cNvSpPr/>
      </dsp:nvSpPr>
      <dsp:spPr>
        <a:xfrm>
          <a:off x="4545219" y="1132939"/>
          <a:ext cx="393919" cy="39391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111392"/>
            <a:satOff val="2563"/>
            <a:lumOff val="28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1111392"/>
              <a:satOff val="2563"/>
              <a:lumOff val="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4633851" y="1132939"/>
        <a:ext cx="216655" cy="296424"/>
      </dsp:txXfrm>
    </dsp:sp>
    <dsp:sp modelId="{E63BFBEC-4A1E-3F46-A35E-210C200F2B21}">
      <dsp:nvSpPr>
        <dsp:cNvPr id="0" name=""/>
        <dsp:cNvSpPr/>
      </dsp:nvSpPr>
      <dsp:spPr>
        <a:xfrm>
          <a:off x="4888422" y="1813040"/>
          <a:ext cx="393919" cy="39391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222784"/>
            <a:satOff val="5126"/>
            <a:lumOff val="55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2222784"/>
              <a:satOff val="5126"/>
              <a:lumOff val="5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4977054" y="1813040"/>
        <a:ext cx="216655" cy="296424"/>
      </dsp:txXfrm>
    </dsp:sp>
    <dsp:sp modelId="{D3D6F545-B9AC-7141-B26F-5A6FA07957B4}">
      <dsp:nvSpPr>
        <dsp:cNvPr id="0" name=""/>
        <dsp:cNvSpPr/>
      </dsp:nvSpPr>
      <dsp:spPr>
        <a:xfrm>
          <a:off x="5231625" y="2509974"/>
          <a:ext cx="393919" cy="39391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34176"/>
            <a:satOff val="7689"/>
            <a:lumOff val="83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3334176"/>
              <a:satOff val="7689"/>
              <a:lumOff val="8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5320257" y="2509974"/>
        <a:ext cx="216655" cy="29642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41DB4F-F550-4256-B115-E497DA232965}">
      <dsp:nvSpPr>
        <dsp:cNvPr id="0" name=""/>
        <dsp:cNvSpPr/>
      </dsp:nvSpPr>
      <dsp:spPr>
        <a:xfrm>
          <a:off x="0" y="2207"/>
          <a:ext cx="4417265" cy="11189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BBF109-97EE-4613-90A5-29FF02A8A288}">
      <dsp:nvSpPr>
        <dsp:cNvPr id="0" name=""/>
        <dsp:cNvSpPr/>
      </dsp:nvSpPr>
      <dsp:spPr>
        <a:xfrm>
          <a:off x="338470" y="253962"/>
          <a:ext cx="615400" cy="6154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C77504-9251-49B2-9CEF-D3554244B0D0}">
      <dsp:nvSpPr>
        <dsp:cNvPr id="0" name=""/>
        <dsp:cNvSpPr/>
      </dsp:nvSpPr>
      <dsp:spPr>
        <a:xfrm>
          <a:off x="1292341" y="2207"/>
          <a:ext cx="3124923" cy="1118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418" tIns="118418" rIns="118418" bIns="1184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Most inspections passed, but closure events still occurred consistently</a:t>
          </a:r>
        </a:p>
      </dsp:txBody>
      <dsp:txXfrm>
        <a:off x="1292341" y="2207"/>
        <a:ext cx="3124923" cy="1118910"/>
      </dsp:txXfrm>
    </dsp:sp>
    <dsp:sp modelId="{01373FEE-0FFC-4A42-820F-9646CC58F008}">
      <dsp:nvSpPr>
        <dsp:cNvPr id="0" name=""/>
        <dsp:cNvSpPr/>
      </dsp:nvSpPr>
      <dsp:spPr>
        <a:xfrm>
          <a:off x="0" y="1400846"/>
          <a:ext cx="4417265" cy="11189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4714CF-AC66-4471-80B7-3AEEE0E7846F}">
      <dsp:nvSpPr>
        <dsp:cNvPr id="0" name=""/>
        <dsp:cNvSpPr/>
      </dsp:nvSpPr>
      <dsp:spPr>
        <a:xfrm>
          <a:off x="338470" y="1652600"/>
          <a:ext cx="615400" cy="6154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B269EF-122E-4C39-83E4-0DC189F218DA}">
      <dsp:nvSpPr>
        <dsp:cNvPr id="0" name=""/>
        <dsp:cNvSpPr/>
      </dsp:nvSpPr>
      <dsp:spPr>
        <a:xfrm>
          <a:off x="1292341" y="1400846"/>
          <a:ext cx="3124923" cy="1118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418" tIns="118418" rIns="118418" bIns="1184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Certain critical violations repeatedly appeared in closure inspections</a:t>
          </a:r>
        </a:p>
      </dsp:txBody>
      <dsp:txXfrm>
        <a:off x="1292341" y="1400846"/>
        <a:ext cx="3124923" cy="1118910"/>
      </dsp:txXfrm>
    </dsp:sp>
    <dsp:sp modelId="{DE198EB6-AF72-4BD1-9213-C8F25081D612}">
      <dsp:nvSpPr>
        <dsp:cNvPr id="0" name=""/>
        <dsp:cNvSpPr/>
      </dsp:nvSpPr>
      <dsp:spPr>
        <a:xfrm>
          <a:off x="0" y="2799484"/>
          <a:ext cx="4417265" cy="11189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AB42D3-1A6C-4FFC-A766-D0E6EF040CDB}">
      <dsp:nvSpPr>
        <dsp:cNvPr id="0" name=""/>
        <dsp:cNvSpPr/>
      </dsp:nvSpPr>
      <dsp:spPr>
        <a:xfrm>
          <a:off x="338470" y="3051239"/>
          <a:ext cx="615400" cy="6154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65F483-6C67-4677-821D-D9228AEA1C4C}">
      <dsp:nvSpPr>
        <dsp:cNvPr id="0" name=""/>
        <dsp:cNvSpPr/>
      </dsp:nvSpPr>
      <dsp:spPr>
        <a:xfrm>
          <a:off x="1292341" y="2799484"/>
          <a:ext cx="3124923" cy="1118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418" tIns="118418" rIns="118418" bIns="1184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Failed inspections were more likely to contain critical violations</a:t>
          </a:r>
        </a:p>
      </dsp:txBody>
      <dsp:txXfrm>
        <a:off x="1292341" y="2799484"/>
        <a:ext cx="3124923" cy="1118910"/>
      </dsp:txXfrm>
    </dsp:sp>
    <dsp:sp modelId="{773B384D-EC27-4C95-AB91-7FF779C995D8}">
      <dsp:nvSpPr>
        <dsp:cNvPr id="0" name=""/>
        <dsp:cNvSpPr/>
      </dsp:nvSpPr>
      <dsp:spPr>
        <a:xfrm>
          <a:off x="0" y="4198122"/>
          <a:ext cx="4417265" cy="11189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E7100F-2BE6-408D-AA74-55F98F4E82F2}">
      <dsp:nvSpPr>
        <dsp:cNvPr id="0" name=""/>
        <dsp:cNvSpPr/>
      </dsp:nvSpPr>
      <dsp:spPr>
        <a:xfrm>
          <a:off x="338470" y="4449877"/>
          <a:ext cx="615400" cy="6154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5B1720-74B1-45EB-B3F8-30046DE8A96D}">
      <dsp:nvSpPr>
        <dsp:cNvPr id="0" name=""/>
        <dsp:cNvSpPr/>
      </dsp:nvSpPr>
      <dsp:spPr>
        <a:xfrm>
          <a:off x="1292341" y="4198122"/>
          <a:ext cx="3124923" cy="1118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418" tIns="118418" rIns="118418" bIns="1184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Some cities and ZIP codes experienced higher closure activity</a:t>
          </a:r>
        </a:p>
      </dsp:txBody>
      <dsp:txXfrm>
        <a:off x="1292341" y="4198122"/>
        <a:ext cx="3124923" cy="111891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A28608-B23E-4387-BC90-831347B5C390}">
      <dsp:nvSpPr>
        <dsp:cNvPr id="0" name=""/>
        <dsp:cNvSpPr/>
      </dsp:nvSpPr>
      <dsp:spPr>
        <a:xfrm>
          <a:off x="0" y="2377"/>
          <a:ext cx="3971833" cy="12048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FAA27C-680F-460F-8106-185E6C2F8ED3}">
      <dsp:nvSpPr>
        <dsp:cNvPr id="0" name=""/>
        <dsp:cNvSpPr/>
      </dsp:nvSpPr>
      <dsp:spPr>
        <a:xfrm>
          <a:off x="364452" y="273457"/>
          <a:ext cx="662641" cy="66264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5C1EAB-3625-4C68-9364-95D7DF3BC985}">
      <dsp:nvSpPr>
        <dsp:cNvPr id="0" name=""/>
        <dsp:cNvSpPr/>
      </dsp:nvSpPr>
      <dsp:spPr>
        <a:xfrm>
          <a:off x="1391547" y="2377"/>
          <a:ext cx="2580285" cy="12048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508" tIns="127508" rIns="127508" bIns="12750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Cleaning and standardizing the datasets was challenging</a:t>
          </a:r>
        </a:p>
      </dsp:txBody>
      <dsp:txXfrm>
        <a:off x="1391547" y="2377"/>
        <a:ext cx="2580285" cy="1204802"/>
      </dsp:txXfrm>
    </dsp:sp>
    <dsp:sp modelId="{A0E505FB-2179-4CA3-BC34-A55FE7C934E3}">
      <dsp:nvSpPr>
        <dsp:cNvPr id="0" name=""/>
        <dsp:cNvSpPr/>
      </dsp:nvSpPr>
      <dsp:spPr>
        <a:xfrm>
          <a:off x="0" y="1508380"/>
          <a:ext cx="3971833" cy="12048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54AF6D-0AAF-46CB-817D-71A463C1980F}">
      <dsp:nvSpPr>
        <dsp:cNvPr id="0" name=""/>
        <dsp:cNvSpPr/>
      </dsp:nvSpPr>
      <dsp:spPr>
        <a:xfrm>
          <a:off x="364452" y="1779461"/>
          <a:ext cx="662641" cy="66264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66A6FC-C883-42A1-B7C0-EEFE383DF2E1}">
      <dsp:nvSpPr>
        <dsp:cNvPr id="0" name=""/>
        <dsp:cNvSpPr/>
      </dsp:nvSpPr>
      <dsp:spPr>
        <a:xfrm>
          <a:off x="1391547" y="1508380"/>
          <a:ext cx="2580285" cy="12048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508" tIns="127508" rIns="127508" bIns="12750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The project evolved throughout the semester</a:t>
          </a:r>
        </a:p>
      </dsp:txBody>
      <dsp:txXfrm>
        <a:off x="1391547" y="1508380"/>
        <a:ext cx="2580285" cy="1204802"/>
      </dsp:txXfrm>
    </dsp:sp>
    <dsp:sp modelId="{84CE5FA9-7936-4E0E-A2A9-19052CEB75CF}">
      <dsp:nvSpPr>
        <dsp:cNvPr id="0" name=""/>
        <dsp:cNvSpPr/>
      </dsp:nvSpPr>
      <dsp:spPr>
        <a:xfrm>
          <a:off x="0" y="3014384"/>
          <a:ext cx="3971833" cy="12048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19F6F4-677A-4605-8E57-9FAB2EF832BD}">
      <dsp:nvSpPr>
        <dsp:cNvPr id="0" name=""/>
        <dsp:cNvSpPr/>
      </dsp:nvSpPr>
      <dsp:spPr>
        <a:xfrm>
          <a:off x="364452" y="3285465"/>
          <a:ext cx="662641" cy="66264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5163ED-1C37-40C6-8B96-0FC5ECF4F9BC}">
      <dsp:nvSpPr>
        <dsp:cNvPr id="0" name=""/>
        <dsp:cNvSpPr/>
      </dsp:nvSpPr>
      <dsp:spPr>
        <a:xfrm>
          <a:off x="1391547" y="3014384"/>
          <a:ext cx="2580285" cy="12048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508" tIns="127508" rIns="127508" bIns="12750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Simplifying the analysis improved the final story</a:t>
          </a:r>
        </a:p>
      </dsp:txBody>
      <dsp:txXfrm>
        <a:off x="1391547" y="3014384"/>
        <a:ext cx="2580285" cy="1204802"/>
      </dsp:txXfrm>
    </dsp:sp>
    <dsp:sp modelId="{63F974E7-88DE-4BA3-BC56-440F8B564180}">
      <dsp:nvSpPr>
        <dsp:cNvPr id="0" name=""/>
        <dsp:cNvSpPr/>
      </dsp:nvSpPr>
      <dsp:spPr>
        <a:xfrm>
          <a:off x="0" y="4520387"/>
          <a:ext cx="3971833" cy="12048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C7EC02-B569-4A4C-B39D-70EDF51C66AB}">
      <dsp:nvSpPr>
        <dsp:cNvPr id="0" name=""/>
        <dsp:cNvSpPr/>
      </dsp:nvSpPr>
      <dsp:spPr>
        <a:xfrm>
          <a:off x="364452" y="4791468"/>
          <a:ext cx="662641" cy="66264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E6E9D5-0E39-497C-BE67-AA66D702EF08}">
      <dsp:nvSpPr>
        <dsp:cNvPr id="0" name=""/>
        <dsp:cNvSpPr/>
      </dsp:nvSpPr>
      <dsp:spPr>
        <a:xfrm>
          <a:off x="1391547" y="4520387"/>
          <a:ext cx="2580285" cy="12048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508" tIns="127508" rIns="127508" bIns="12750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Working with real public datasets was rewarding</a:t>
          </a:r>
        </a:p>
      </dsp:txBody>
      <dsp:txXfrm>
        <a:off x="1391547" y="4520387"/>
        <a:ext cx="2580285" cy="120480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E9BC6F-735D-AE40-BEAE-5161228D9454}">
      <dsp:nvSpPr>
        <dsp:cNvPr id="0" name=""/>
        <dsp:cNvSpPr/>
      </dsp:nvSpPr>
      <dsp:spPr>
        <a:xfrm>
          <a:off x="3793" y="800013"/>
          <a:ext cx="1447800" cy="434340"/>
        </a:xfrm>
        <a:prstGeom prst="chevron">
          <a:avLst>
            <a:gd name="adj" fmla="val 3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629" tIns="53629" rIns="53629" bIns="53629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Include</a:t>
          </a:r>
        </a:p>
      </dsp:txBody>
      <dsp:txXfrm>
        <a:off x="134095" y="800013"/>
        <a:ext cx="1187196" cy="434340"/>
      </dsp:txXfrm>
    </dsp:sp>
    <dsp:sp modelId="{CA4CF552-74A6-5F46-80D7-E137D187B155}">
      <dsp:nvSpPr>
        <dsp:cNvPr id="0" name=""/>
        <dsp:cNvSpPr/>
      </dsp:nvSpPr>
      <dsp:spPr>
        <a:xfrm>
          <a:off x="3793" y="1234353"/>
          <a:ext cx="1317498" cy="19656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112" tIns="104112" rIns="104112" bIns="208223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Include additional years of inspection data</a:t>
          </a:r>
        </a:p>
      </dsp:txBody>
      <dsp:txXfrm>
        <a:off x="3793" y="1234353"/>
        <a:ext cx="1317498" cy="1965699"/>
      </dsp:txXfrm>
    </dsp:sp>
    <dsp:sp modelId="{99C26D45-C5C4-FA40-AAA2-1C345F2C1ED9}">
      <dsp:nvSpPr>
        <dsp:cNvPr id="0" name=""/>
        <dsp:cNvSpPr/>
      </dsp:nvSpPr>
      <dsp:spPr>
        <a:xfrm>
          <a:off x="1423028" y="800013"/>
          <a:ext cx="1447800" cy="434340"/>
        </a:xfrm>
        <a:prstGeom prst="chevron">
          <a:avLst>
            <a:gd name="adj" fmla="val 3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629" tIns="53629" rIns="53629" bIns="53629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Incorporate</a:t>
          </a:r>
        </a:p>
      </dsp:txBody>
      <dsp:txXfrm>
        <a:off x="1553330" y="800013"/>
        <a:ext cx="1187196" cy="434340"/>
      </dsp:txXfrm>
    </dsp:sp>
    <dsp:sp modelId="{52419083-8BBA-494D-B4C8-F9D69603AAFA}">
      <dsp:nvSpPr>
        <dsp:cNvPr id="0" name=""/>
        <dsp:cNvSpPr/>
      </dsp:nvSpPr>
      <dsp:spPr>
        <a:xfrm>
          <a:off x="1423028" y="1234353"/>
          <a:ext cx="1317498" cy="19656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112" tIns="104112" rIns="104112" bIns="208223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Incorporate demographic datasets</a:t>
          </a:r>
        </a:p>
      </dsp:txBody>
      <dsp:txXfrm>
        <a:off x="1423028" y="1234353"/>
        <a:ext cx="1317498" cy="1965699"/>
      </dsp:txXfrm>
    </dsp:sp>
    <dsp:sp modelId="{9EFA9364-DED4-434D-9809-995997D4F6F8}">
      <dsp:nvSpPr>
        <dsp:cNvPr id="0" name=""/>
        <dsp:cNvSpPr/>
      </dsp:nvSpPr>
      <dsp:spPr>
        <a:xfrm>
          <a:off x="2842263" y="800013"/>
          <a:ext cx="1447800" cy="434340"/>
        </a:xfrm>
        <a:prstGeom prst="chevron">
          <a:avLst>
            <a:gd name="adj" fmla="val 3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629" tIns="53629" rIns="53629" bIns="53629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Build</a:t>
          </a:r>
        </a:p>
      </dsp:txBody>
      <dsp:txXfrm>
        <a:off x="2972565" y="800013"/>
        <a:ext cx="1187196" cy="434340"/>
      </dsp:txXfrm>
    </dsp:sp>
    <dsp:sp modelId="{44D95375-9164-3743-9069-94FDC503CB29}">
      <dsp:nvSpPr>
        <dsp:cNvPr id="0" name=""/>
        <dsp:cNvSpPr/>
      </dsp:nvSpPr>
      <dsp:spPr>
        <a:xfrm>
          <a:off x="2842263" y="1234353"/>
          <a:ext cx="1317498" cy="19656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112" tIns="104112" rIns="104112" bIns="208223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Build predictive models</a:t>
          </a:r>
        </a:p>
      </dsp:txBody>
      <dsp:txXfrm>
        <a:off x="2842263" y="1234353"/>
        <a:ext cx="1317498" cy="1965699"/>
      </dsp:txXfrm>
    </dsp:sp>
    <dsp:sp modelId="{24A97AC9-5D66-EF47-89A3-F69EB60F83CB}">
      <dsp:nvSpPr>
        <dsp:cNvPr id="0" name=""/>
        <dsp:cNvSpPr/>
      </dsp:nvSpPr>
      <dsp:spPr>
        <a:xfrm>
          <a:off x="4261497" y="800013"/>
          <a:ext cx="1447800" cy="434340"/>
        </a:xfrm>
        <a:prstGeom prst="chevron">
          <a:avLst>
            <a:gd name="adj" fmla="val 3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629" tIns="53629" rIns="53629" bIns="53629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Create</a:t>
          </a:r>
        </a:p>
      </dsp:txBody>
      <dsp:txXfrm>
        <a:off x="4391799" y="800013"/>
        <a:ext cx="1187196" cy="434340"/>
      </dsp:txXfrm>
    </dsp:sp>
    <dsp:sp modelId="{113E8CCB-B209-C74E-8400-97061460AC10}">
      <dsp:nvSpPr>
        <dsp:cNvPr id="0" name=""/>
        <dsp:cNvSpPr/>
      </dsp:nvSpPr>
      <dsp:spPr>
        <a:xfrm>
          <a:off x="4261497" y="1234353"/>
          <a:ext cx="1317498" cy="19656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112" tIns="104112" rIns="104112" bIns="208223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Create an interactive dashboard</a:t>
          </a:r>
        </a:p>
      </dsp:txBody>
      <dsp:txXfrm>
        <a:off x="4261497" y="1234353"/>
        <a:ext cx="1317498" cy="196569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9AE9E3-DAF1-444E-BD27-9398756F0D6D}">
      <dsp:nvSpPr>
        <dsp:cNvPr id="0" name=""/>
        <dsp:cNvSpPr/>
      </dsp:nvSpPr>
      <dsp:spPr>
        <a:xfrm>
          <a:off x="0" y="699"/>
          <a:ext cx="3971833" cy="16360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54A873-58CF-4FD0-97CE-C97E31930A79}">
      <dsp:nvSpPr>
        <dsp:cNvPr id="0" name=""/>
        <dsp:cNvSpPr/>
      </dsp:nvSpPr>
      <dsp:spPr>
        <a:xfrm>
          <a:off x="494904" y="368810"/>
          <a:ext cx="899826" cy="8998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E975C0-F94D-48AD-9142-6CCA2D1D75FA}">
      <dsp:nvSpPr>
        <dsp:cNvPr id="0" name=""/>
        <dsp:cNvSpPr/>
      </dsp:nvSpPr>
      <dsp:spPr>
        <a:xfrm>
          <a:off x="1889635" y="699"/>
          <a:ext cx="2082197" cy="16360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3148" tIns="173148" rIns="173148" bIns="17314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Thank you Professor Alraee</a:t>
          </a:r>
        </a:p>
      </dsp:txBody>
      <dsp:txXfrm>
        <a:off x="1889635" y="699"/>
        <a:ext cx="2082197" cy="1636048"/>
      </dsp:txXfrm>
    </dsp:sp>
    <dsp:sp modelId="{08EC61D6-9B45-4B88-9D39-39AB430CFEBA}">
      <dsp:nvSpPr>
        <dsp:cNvPr id="0" name=""/>
        <dsp:cNvSpPr/>
      </dsp:nvSpPr>
      <dsp:spPr>
        <a:xfrm>
          <a:off x="0" y="2045759"/>
          <a:ext cx="3971833" cy="16360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9A0F1E-9CD6-45A4-BC80-8BEE4571ED8A}">
      <dsp:nvSpPr>
        <dsp:cNvPr id="0" name=""/>
        <dsp:cNvSpPr/>
      </dsp:nvSpPr>
      <dsp:spPr>
        <a:xfrm>
          <a:off x="494904" y="2413870"/>
          <a:ext cx="899826" cy="8998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C10E66-8BCD-4F0E-A177-89F7A5B5B61F}">
      <dsp:nvSpPr>
        <dsp:cNvPr id="0" name=""/>
        <dsp:cNvSpPr/>
      </dsp:nvSpPr>
      <dsp:spPr>
        <a:xfrm>
          <a:off x="1889635" y="2045759"/>
          <a:ext cx="2082197" cy="16360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3148" tIns="173148" rIns="173148" bIns="17314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Thank you Professor Saidi and my classmates</a:t>
          </a:r>
        </a:p>
      </dsp:txBody>
      <dsp:txXfrm>
        <a:off x="1889635" y="2045759"/>
        <a:ext cx="2082197" cy="1636048"/>
      </dsp:txXfrm>
    </dsp:sp>
    <dsp:sp modelId="{E46D609E-6B84-459A-AAF1-4E1776575B0A}">
      <dsp:nvSpPr>
        <dsp:cNvPr id="0" name=""/>
        <dsp:cNvSpPr/>
      </dsp:nvSpPr>
      <dsp:spPr>
        <a:xfrm>
          <a:off x="0" y="4090820"/>
          <a:ext cx="3971833" cy="16360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2181B9-373A-483F-8C1D-551E2B5E2B53}">
      <dsp:nvSpPr>
        <dsp:cNvPr id="0" name=""/>
        <dsp:cNvSpPr/>
      </dsp:nvSpPr>
      <dsp:spPr>
        <a:xfrm>
          <a:off x="494904" y="4458931"/>
          <a:ext cx="899826" cy="8998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93E95C-575E-49F5-8E64-3ED286A4FAA0}">
      <dsp:nvSpPr>
        <dsp:cNvPr id="0" name=""/>
        <dsp:cNvSpPr/>
      </dsp:nvSpPr>
      <dsp:spPr>
        <a:xfrm>
          <a:off x="1889635" y="4090820"/>
          <a:ext cx="2082197" cy="16360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3148" tIns="173148" rIns="173148" bIns="17314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Montgomery County Open Data</a:t>
          </a:r>
        </a:p>
      </dsp:txBody>
      <dsp:txXfrm>
        <a:off x="1889635" y="4090820"/>
        <a:ext cx="2082197" cy="16360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5898825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6906359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58856" y="3428999"/>
            <a:ext cx="4138550" cy="2268559"/>
          </a:xfrm>
        </p:spPr>
        <p:txBody>
          <a:bodyPr anchor="t">
            <a:normAutofit/>
          </a:bodyPr>
          <a:lstStyle>
            <a:lvl1pPr algn="r"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1292" y="2268787"/>
            <a:ext cx="3966114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60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641440" y="3262168"/>
            <a:ext cx="3117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2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2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16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150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7405" y="3199028"/>
            <a:ext cx="5967420" cy="1372971"/>
          </a:xfrm>
        </p:spPr>
        <p:txBody>
          <a:bodyPr anchor="t">
            <a:normAutofit/>
          </a:bodyPr>
          <a:lstStyle>
            <a:lvl1pPr algn="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1131" y="2272143"/>
            <a:ext cx="5803294" cy="926885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644924" y="3023993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389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1426" y="805818"/>
            <a:ext cx="5882780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65406" y="2056800"/>
            <a:ext cx="2855547" cy="3993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4679" y="2056800"/>
            <a:ext cx="2859527" cy="3993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TextBox 18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1903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TextBox 23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3589" y="805818"/>
            <a:ext cx="5880617" cy="10770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3589" y="2054563"/>
            <a:ext cx="2857364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 cap="none" baseline="0">
                <a:solidFill>
                  <a:schemeClr val="accent6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62510" y="2851330"/>
            <a:ext cx="2858443" cy="3198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84679" y="2054563"/>
            <a:ext cx="285952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 cap="none" baseline="0">
                <a:solidFill>
                  <a:schemeClr val="accent6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84680" y="2851330"/>
            <a:ext cx="2859526" cy="3198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170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TextBox 15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196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716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" name="TextBox 21"/>
          <p:cNvSpPr txBox="1"/>
          <p:nvPr/>
        </p:nvSpPr>
        <p:spPr>
          <a:xfrm>
            <a:off x="1179466" y="1127642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83" y="1296618"/>
            <a:ext cx="2120703" cy="1889075"/>
          </a:xfrm>
        </p:spPr>
        <p:txBody>
          <a:bodyPr anchor="b">
            <a:normAutofit/>
          </a:bodyPr>
          <a:lstStyle>
            <a:lvl1pPr algn="l"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8538" y="805818"/>
            <a:ext cx="375566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5982" y="3186155"/>
            <a:ext cx="2120703" cy="2386397"/>
          </a:xfrm>
        </p:spPr>
        <p:txBody>
          <a:bodyPr>
            <a:normAutofit/>
          </a:bodyPr>
          <a:lstStyle>
            <a:lvl1pPr marL="0" indent="0" algn="l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308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TextBox 12"/>
          <p:cNvSpPr txBox="1"/>
          <p:nvPr/>
        </p:nvSpPr>
        <p:spPr>
          <a:xfrm>
            <a:off x="1179466" y="1127642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82987" y="3229"/>
            <a:ext cx="3727769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6671" y="1296618"/>
            <a:ext cx="2603212" cy="188630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5984" y="3182928"/>
            <a:ext cx="2603794" cy="2386394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156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TextBox 16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8857" y="808057"/>
            <a:ext cx="5885350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20792" y="2049878"/>
            <a:ext cx="5723414" cy="40000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441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TextBox 22"/>
          <p:cNvSpPr txBox="1"/>
          <p:nvPr/>
        </p:nvSpPr>
        <p:spPr>
          <a:xfrm rot="5400000">
            <a:off x="7688343" y="480678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9317" y="805818"/>
            <a:ext cx="99488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64598" y="970410"/>
            <a:ext cx="4715441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447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060" y="2912532"/>
            <a:ext cx="7772939" cy="394546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998"/>
          <a:stretch/>
        </p:blipFill>
        <p:spPr>
          <a:xfrm>
            <a:off x="1" y="0"/>
            <a:ext cx="9143999" cy="6858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61317" y="808057"/>
            <a:ext cx="587801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6236" y="2049878"/>
            <a:ext cx="5713092" cy="4000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28294" y="5272451"/>
            <a:ext cx="2662729" cy="179188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58177" y="3658900"/>
            <a:ext cx="5885352" cy="183663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2136" y="164594"/>
            <a:ext cx="638312" cy="322850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2849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685800" rtl="0" eaLnBrk="1" latinLnBrk="0" hangingPunct="1">
        <a:lnSpc>
          <a:spcPct val="90000"/>
        </a:lnSpc>
        <a:spcBef>
          <a:spcPct val="0"/>
        </a:spcBef>
        <a:buNone/>
        <a:defRPr sz="28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58366" indent="-258366" algn="l" defTabSz="685800" rtl="0" eaLnBrk="1" latinLnBrk="0" hangingPunct="1">
        <a:lnSpc>
          <a:spcPct val="120000"/>
        </a:lnSpc>
        <a:spcBef>
          <a:spcPts val="750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96504" indent="-253604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44166" indent="-258366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82304" indent="-253604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629966" indent="-258366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975104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40280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670048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017520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5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7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Food Inspection Data 205 Capstone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Ousmane Kandji</a:t>
            </a:r>
          </a:p>
          <a:p>
            <a:pPr>
              <a:defRPr sz="2200"/>
            </a:pPr>
            <a:r>
              <a:t>DATA 205 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5E326A3-EB92-4BDA-9F77-45197E0CBE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4E7D395-0531-4A17-A276-FDA3EB779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24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AC996C7-7B84-4645-9AA1-6EA85EAB4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6717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2893" y="1064365"/>
            <a:ext cx="2142436" cy="3313671"/>
          </a:xfrm>
        </p:spPr>
        <p:txBody>
          <a:bodyPr>
            <a:norm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Why This Project?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DC315B-5680-47D9-B827-34D012FB1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65576" y="0"/>
            <a:ext cx="3429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DCC62B-C9FB-EF68-FCDF-4445B0391E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9350503"/>
              </p:ext>
            </p:extLst>
          </p:nvPr>
        </p:nvGraphicFramePr>
        <p:xfrm>
          <a:off x="4130386" y="897534"/>
          <a:ext cx="4417265" cy="53192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5E326A3-EB92-4BDA-9F77-45197E0CBE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C996C7-7B84-4645-9AA1-6EA85EAB4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1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DC315B-5680-47D9-B827-34D012FB1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31" y="0"/>
            <a:ext cx="34289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8856" y="808056"/>
            <a:ext cx="5968748" cy="1077229"/>
          </a:xfrm>
        </p:spPr>
        <p:txBody>
          <a:bodyPr>
            <a:normAutofit/>
          </a:bodyPr>
          <a:lstStyle/>
          <a:p>
            <a:pPr algn="l"/>
            <a:r>
              <a:rPr lang="en-US"/>
              <a:t>Background Information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84C83A8A-3AD3-00B3-F079-C006E181A7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3882734"/>
              </p:ext>
            </p:extLst>
          </p:nvPr>
        </p:nvGraphicFramePr>
        <p:xfrm>
          <a:off x="1958855" y="2367883"/>
          <a:ext cx="5968748" cy="33668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5E326A3-EB92-4BDA-9F77-45197E0CBE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C996C7-7B84-4645-9AA1-6EA85EAB4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1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DC315B-5680-47D9-B827-34D012FB1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31" y="0"/>
            <a:ext cx="34289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8856" y="808056"/>
            <a:ext cx="5968748" cy="1077229"/>
          </a:xfrm>
        </p:spPr>
        <p:txBody>
          <a:bodyPr>
            <a:normAutofit/>
          </a:bodyPr>
          <a:lstStyle/>
          <a:p>
            <a:pPr algn="l"/>
            <a:r>
              <a:t>Data Cleaning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2A378D9-8FA5-DD6C-1E08-8220CD4EF2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2869775"/>
              </p:ext>
            </p:extLst>
          </p:nvPr>
        </p:nvGraphicFramePr>
        <p:xfrm>
          <a:off x="1958855" y="2367883"/>
          <a:ext cx="5968748" cy="33668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B0F3308-12C4-4DD7-ABB4-D0DFAA3C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2400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A24046D-AAB6-4470-AC22-6448D576E5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2105202"/>
            <a:ext cx="7020154" cy="475279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11A0A85-392D-49DA-B9EC-82262B3B9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24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3AFD74C-283C-45BD-885B-6E6635E4B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13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E3DE725-FEB0-422F-BDBA-A29C95768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31" y="0"/>
            <a:ext cx="3428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5058156-257B-4118-BA50-5869C8AF6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649" y="0"/>
            <a:ext cx="77835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7352" y="808056"/>
            <a:ext cx="6456028" cy="1077229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Inspection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7248" y="1885285"/>
            <a:ext cx="1994158" cy="3997828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lang="en-US" sz="1400" dirty="0"/>
              <a:t>Most inspections resulted in a pass</a:t>
            </a:r>
          </a:p>
          <a:p>
            <a:pPr>
              <a:defRPr sz="2200"/>
            </a:pPr>
            <a:r>
              <a:rPr lang="en-US" sz="1400" dirty="0"/>
              <a:t>Closure outcomes were much less common</a:t>
            </a:r>
          </a:p>
          <a:p>
            <a:pPr>
              <a:defRPr sz="2200"/>
            </a:pPr>
            <a:endParaRPr 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F14A76-D448-5FAA-242B-F7AFA652A4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2834" y="2105202"/>
            <a:ext cx="4586838" cy="3944742"/>
          </a:xfrm>
          <a:prstGeom prst="rect">
            <a:avLst/>
          </a:prstGeom>
          <a:ln>
            <a:gradFill flip="none" rotWithShape="1">
              <a:gsLst>
                <a:gs pos="86000">
                  <a:schemeClr val="accent6">
                    <a:lumMod val="67000"/>
                  </a:schemeClr>
                </a:gs>
                <a:gs pos="20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  <a:effectLst>
            <a:innerShdw blurRad="127000">
              <a:prstClr val="black">
                <a:alpha val="90000"/>
              </a:prstClr>
            </a:innerShdw>
          </a:effectLst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D23B4D99-FEA8-489A-8436-A2F113BE1B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40749" y="-2718"/>
            <a:ext cx="20574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BEDFD2F-1480-498D-9A62-BA55B14A3B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2400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2D381FB-9400-4C85-9074-8D2C4A88D8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2105202"/>
            <a:ext cx="7020154" cy="47527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48C39C2-D375-4197-8882-9EBD58C85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2400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306EEC9-6E83-4555-A9D3-7910ED27B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13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6F7B80-3B04-4C72-BA77-E34EF7FAC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31" y="0"/>
            <a:ext cx="3428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1AC6C6-FE68-4B13-BFCF-D0E8B3D817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649" y="0"/>
            <a:ext cx="77835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333" y="808057"/>
            <a:ext cx="2001080" cy="581831"/>
          </a:xfrm>
        </p:spPr>
        <p:txBody>
          <a:bodyPr>
            <a:normAutofit/>
          </a:bodyPr>
          <a:lstStyle/>
          <a:p>
            <a:pPr algn="l"/>
            <a:r>
              <a:rPr lang="en-US" sz="2200" dirty="0"/>
              <a:t> Top Violations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5453" y="1674164"/>
            <a:ext cx="2001080" cy="3082217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lang="en-US" sz="1400" dirty="0"/>
              <a:t>Critical violations repeatedly appeared in closure inspections</a:t>
            </a:r>
          </a:p>
          <a:p>
            <a:pPr>
              <a:defRPr sz="2200"/>
            </a:pPr>
            <a:r>
              <a:rPr lang="en-US" sz="1400" dirty="0"/>
              <a:t>Common issues involved contamination, sanitation, and temperature control</a:t>
            </a:r>
          </a:p>
          <a:p>
            <a:pPr>
              <a:defRPr sz="2200"/>
            </a:pPr>
            <a:endParaRPr lang="en-US" sz="14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E2C0214-1438-4F5F-8BB7-847D7B2B3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77113" y="0"/>
            <a:ext cx="446313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A45103-D8CD-E0B3-A137-A265A688C0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5434" y="1674164"/>
            <a:ext cx="4039587" cy="3592779"/>
          </a:xfrm>
          <a:prstGeom prst="rect">
            <a:avLst/>
          </a:prstGeom>
          <a:ln w="12700">
            <a:noFill/>
          </a:ln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41CFFB3C-DBCC-498B-B635-CD1FA730D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7033" y="240175"/>
            <a:ext cx="4095810" cy="6371837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BB289EA-43E0-4FC3-A38C-8168D8F1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40749" y="-2718"/>
            <a:ext cx="20574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E819EF56-0D05-401F-8D9D-A087F3B0ED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2400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6583D46-4F8A-48ED-9FC5-ACCFE59891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2105202"/>
            <a:ext cx="7020154" cy="475279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CFBF790-FF8B-4CA1-A78A-0ED655E74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2400" cy="685800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2F99DFE0-DA13-4703-95B6-9CFDBD4A2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13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9580BCA-5EE9-4DE6-9060-8F5DFB3A0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31" y="0"/>
            <a:ext cx="3428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6997ED0-2734-463E-AB2D-7DE229F57E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649" y="0"/>
            <a:ext cx="77835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1087" y="808056"/>
            <a:ext cx="2268542" cy="1294428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Closure Trends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0ECCAC-739E-4C22-866F-FD51CC0CF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820" y="0"/>
            <a:ext cx="417559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AC8179-9591-2771-9DB0-9E3AEEF232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646" y="2597676"/>
            <a:ext cx="3691593" cy="1642758"/>
          </a:xfrm>
          <a:prstGeom prst="rect">
            <a:avLst/>
          </a:prstGeom>
          <a:ln w="12700">
            <a:noFill/>
          </a:ln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ACDC68EF-9D08-46DF-9BD5-25822D9D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4268" y="231959"/>
            <a:ext cx="3808661" cy="6369675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1088" y="2269314"/>
            <a:ext cx="2268542" cy="3780629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lang="en-US" sz="1400"/>
              <a:t>Closure inspections occurred consistently over time</a:t>
            </a:r>
          </a:p>
          <a:p>
            <a:pPr>
              <a:defRPr sz="2200"/>
            </a:pPr>
            <a:r>
              <a:rPr lang="en-US" sz="1400"/>
              <a:t>Trend line helps identify long-term patterns</a:t>
            </a:r>
          </a:p>
          <a:p>
            <a:pPr>
              <a:defRPr sz="2200"/>
            </a:pPr>
            <a:endParaRPr lang="en-US" sz="14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FDEBBBE-12A0-4779-9A86-7AFEA7AE9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40749" y="-2718"/>
            <a:ext cx="20574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819EF56-0D05-401F-8D9D-A087F3B0ED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2400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6583D46-4F8A-48ED-9FC5-ACCFE59891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2105202"/>
            <a:ext cx="7020154" cy="47527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CFBF790-FF8B-4CA1-A78A-0ED655E74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2400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F99DFE0-DA13-4703-95B6-9CFDBD4A2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13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580BCA-5EE9-4DE6-9060-8F5DFB3A0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31" y="0"/>
            <a:ext cx="3428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6997ED0-2734-463E-AB2D-7DE229F57E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649" y="0"/>
            <a:ext cx="77835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1087" y="808056"/>
            <a:ext cx="2268542" cy="1294428"/>
          </a:xfrm>
        </p:spPr>
        <p:txBody>
          <a:bodyPr>
            <a:normAutofit/>
          </a:bodyPr>
          <a:lstStyle/>
          <a:p>
            <a:pPr algn="l"/>
            <a:r>
              <a:rPr dirty="0"/>
              <a:t>Top Cities</a:t>
            </a:r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0ECCAC-739E-4C22-866F-FD51CC0CF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820" y="0"/>
            <a:ext cx="417559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9F57AC-71B4-F983-E68E-7E4A4DDE87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646" y="2265432"/>
            <a:ext cx="3691593" cy="2307245"/>
          </a:xfrm>
          <a:prstGeom prst="rect">
            <a:avLst/>
          </a:prstGeom>
          <a:ln w="12700">
            <a:noFill/>
          </a:ln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ACDC68EF-9D08-46DF-9BD5-25822D9D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4268" y="231959"/>
            <a:ext cx="3808661" cy="6369675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1088" y="2269314"/>
            <a:ext cx="2268542" cy="3780629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lang="en-US" sz="1400"/>
              <a:t>Some cities experienced higher closure activity than others</a:t>
            </a:r>
          </a:p>
          <a:p>
            <a:pPr>
              <a:defRPr sz="2200"/>
            </a:pPr>
            <a:r>
              <a:rPr lang="en-US" sz="1400"/>
              <a:t>Closure events were not evenly distributed geographically</a:t>
            </a:r>
          </a:p>
          <a:p>
            <a:pPr>
              <a:defRPr sz="2200"/>
            </a:pPr>
            <a:endParaRPr lang="en-US" sz="14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DEBBBE-12A0-4779-9A86-7AFEA7AE9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40749" y="-2718"/>
            <a:ext cx="20574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8CD557CE-2AB8-44E1-AABA-A21D2274F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2400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8DCB6E5-A344-4A17-A353-EC4D71E6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2105202"/>
            <a:ext cx="7020154" cy="475279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D82F4F2-6117-4CCD-94A7-4AFD603EC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2400" cy="68580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3CCA9FB2-FFC7-4B6D-8E30-9D2CC14E7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13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CF6D6F6-E7F9-4521-BD22-74A61D8ED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31" y="0"/>
            <a:ext cx="3428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B566E74-1425-46AC-885D-D2DAEE365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649" y="0"/>
            <a:ext cx="77835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7353" y="808056"/>
            <a:ext cx="2488119" cy="1077229"/>
          </a:xfrm>
        </p:spPr>
        <p:txBody>
          <a:bodyPr>
            <a:normAutofit/>
          </a:bodyPr>
          <a:lstStyle/>
          <a:p>
            <a:pPr algn="l"/>
            <a:r>
              <a:rPr dirty="0"/>
              <a:t>ZIP Code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8168" y="1991573"/>
            <a:ext cx="2453830" cy="3555787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lang="en-US" sz="1600" dirty="0"/>
              <a:t>Certain ZIP codes had higher closure inspection counts</a:t>
            </a:r>
          </a:p>
          <a:p>
            <a:pPr>
              <a:defRPr sz="2200"/>
            </a:pPr>
            <a:r>
              <a:rPr lang="en-US" sz="1600" dirty="0"/>
              <a:t>Geographic closure patterns became easier to interpret using counts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59FD85-6716-5B98-F62D-49995065C0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4346" y="2351299"/>
            <a:ext cx="4394005" cy="2746253"/>
          </a:xfrm>
          <a:prstGeom prst="rect">
            <a:avLst/>
          </a:prstGeom>
          <a:ln>
            <a:gradFill flip="none" rotWithShape="1">
              <a:gsLst>
                <a:gs pos="86000">
                  <a:schemeClr val="accent6">
                    <a:lumMod val="67000"/>
                  </a:schemeClr>
                </a:gs>
                <a:gs pos="20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  <a:effectLst>
            <a:innerShdw blurRad="127000">
              <a:prstClr val="black">
                <a:alpha val="90000"/>
              </a:prstClr>
            </a:innerShdw>
          </a:effectLst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06858379-D070-40E4-8A3D-F29E90C5C7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40749" y="-2718"/>
            <a:ext cx="20574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B0F3308-12C4-4DD7-ABB4-D0DFAA3C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2400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A24046D-AAB6-4470-AC22-6448D576E5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2105202"/>
            <a:ext cx="7020154" cy="475279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11A0A85-392D-49DA-B9EC-82262B3B9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2400" cy="68580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73AFD74C-283C-45BD-885B-6E6635E4B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13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E3DE725-FEB0-422F-BDBA-A29C95768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31" y="0"/>
            <a:ext cx="3428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5058156-257B-4118-BA50-5869C8AF6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649" y="0"/>
            <a:ext cx="77835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7352" y="808056"/>
            <a:ext cx="6456028" cy="1077229"/>
          </a:xfrm>
        </p:spPr>
        <p:txBody>
          <a:bodyPr>
            <a:normAutofit/>
          </a:bodyPr>
          <a:lstStyle/>
          <a:p>
            <a:pPr algn="l"/>
            <a:r>
              <a:rPr dirty="0"/>
              <a:t>Statistical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1853" y="2052116"/>
            <a:ext cx="1994158" cy="3997828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lang="en-US" sz="1400"/>
              <a:t>Chi-square testing compared passed vs failed inspections</a:t>
            </a:r>
          </a:p>
          <a:p>
            <a:pPr>
              <a:defRPr sz="2200"/>
            </a:pPr>
            <a:r>
              <a:rPr lang="en-US" sz="1400"/>
              <a:t>Failed inspections were more likely to contain critical violations</a:t>
            </a:r>
          </a:p>
          <a:p>
            <a:pPr>
              <a:defRPr sz="2200"/>
            </a:pPr>
            <a:r>
              <a:rPr lang="en-US" sz="1400"/>
              <a:t>Logistic regression showed higher critical counts increased closure odds</a:t>
            </a:r>
          </a:p>
          <a:p>
            <a:pPr>
              <a:defRPr sz="2200"/>
            </a:pPr>
            <a:endParaRPr lang="en-US" sz="1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525A0D-93E6-0811-E845-DDBD0A9F85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1240" y="2340865"/>
            <a:ext cx="4571229" cy="2822734"/>
          </a:xfrm>
          <a:prstGeom prst="rect">
            <a:avLst/>
          </a:prstGeom>
          <a:ln>
            <a:gradFill flip="none" rotWithShape="1">
              <a:gsLst>
                <a:gs pos="86000">
                  <a:schemeClr val="accent6">
                    <a:lumMod val="67000"/>
                  </a:schemeClr>
                </a:gs>
                <a:gs pos="20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  <a:effectLst>
            <a:innerShdw blurRad="127000">
              <a:prstClr val="black">
                <a:alpha val="90000"/>
              </a:prstClr>
            </a:innerShdw>
          </a:effectLst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D23B4D99-FEA8-489A-8436-A2F113BE1B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40749" y="-2718"/>
            <a:ext cx="20574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5E326A3-EB92-4BDA-9F77-45197E0CBE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4E7D395-0531-4A17-A276-FDA3EB779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24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AC996C7-7B84-4645-9AA1-6EA85EAB4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6717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2893" y="1064365"/>
            <a:ext cx="2142436" cy="3313671"/>
          </a:xfrm>
        </p:spPr>
        <p:txBody>
          <a:bodyPr>
            <a:norm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Key Takeaways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DC315B-5680-47D9-B827-34D012FB1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65576" y="0"/>
            <a:ext cx="3429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6126152-1222-9D95-155D-9903DD87FF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7729249"/>
              </p:ext>
            </p:extLst>
          </p:nvPr>
        </p:nvGraphicFramePr>
        <p:xfrm>
          <a:off x="4130386" y="897534"/>
          <a:ext cx="4417265" cy="53192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36FA072-D541-4EE8-9DC6-513AAB2B9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649" y="-1"/>
            <a:ext cx="838835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BD4AA0B-889E-42F1-8C61-06B590988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24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27A27B9E-2573-4972-8BC6-6FC372B9F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13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684A4E-2FEB-456B-BFC9-4FEA3CCD5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31" y="0"/>
            <a:ext cx="3428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6702" y="2811270"/>
            <a:ext cx="2605314" cy="1770045"/>
          </a:xfrm>
        </p:spPr>
        <p:txBody>
          <a:bodyPr>
            <a:normAutofit/>
          </a:bodyPr>
          <a:lstStyle/>
          <a:p>
            <a:pPr algn="l"/>
            <a:r>
              <a:rPr lang="en-US"/>
              <a:t>Reflection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9A2A305E-804C-D045-A039-E21D1A3AAA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4833253"/>
              </p:ext>
            </p:extLst>
          </p:nvPr>
        </p:nvGraphicFramePr>
        <p:xfrm>
          <a:off x="4710198" y="550974"/>
          <a:ext cx="3971833" cy="57275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AD02C5D-9661-A6B2-CCC2-F6EB6A42862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126236" y="2049878"/>
          <a:ext cx="5713092" cy="40000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36FA072-D541-4EE8-9DC6-513AAB2B9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649" y="-1"/>
            <a:ext cx="838835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BD4AA0B-889E-42F1-8C61-06B590988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24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7A27B9E-2573-4972-8BC6-6FC372B9F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13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684A4E-2FEB-456B-BFC9-4FEA3CCD5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31" y="0"/>
            <a:ext cx="3428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6702" y="2811270"/>
            <a:ext cx="2605314" cy="1770045"/>
          </a:xfrm>
        </p:spPr>
        <p:txBody>
          <a:bodyPr>
            <a:normAutofit/>
          </a:bodyPr>
          <a:lstStyle/>
          <a:p>
            <a:pPr algn="l"/>
            <a:r>
              <a:rPr lang="en-US" sz="2000"/>
              <a:t>Acknowledgements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F6A135F-FE0A-13B2-9BA5-89DE891CA0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5133594"/>
              </p:ext>
            </p:extLst>
          </p:nvPr>
        </p:nvGraphicFramePr>
        <p:xfrm>
          <a:off x="4710198" y="550974"/>
          <a:ext cx="3971833" cy="57275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82</TotalTime>
  <Words>333</Words>
  <Application>Microsoft Macintosh PowerPoint</Application>
  <PresentationFormat>On-screen Show (4:3)</PresentationFormat>
  <Paragraphs>59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MS Shell Dlg 2</vt:lpstr>
      <vt:lpstr>Wingdings</vt:lpstr>
      <vt:lpstr>Wingdings 3</vt:lpstr>
      <vt:lpstr>Madison</vt:lpstr>
      <vt:lpstr>Food Inspection Data 205 Capstone Project</vt:lpstr>
      <vt:lpstr>Why This Project?</vt:lpstr>
      <vt:lpstr>Background Information</vt:lpstr>
      <vt:lpstr>Data Cleaning</vt:lpstr>
      <vt:lpstr>Inspection Outcomes</vt:lpstr>
      <vt:lpstr> Top Violations</vt:lpstr>
      <vt:lpstr>Closure Trends</vt:lpstr>
      <vt:lpstr>Top Cities</vt:lpstr>
      <vt:lpstr>ZIP Code Patterns</vt:lpstr>
      <vt:lpstr>Statistical Analysis</vt:lpstr>
      <vt:lpstr>Key Takeaways</vt:lpstr>
      <vt:lpstr>Reflection</vt:lpstr>
      <vt:lpstr>Next Steps</vt:lpstr>
      <vt:lpstr>Acknowledgements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Kandji, Ousmane D</cp:lastModifiedBy>
  <cp:revision>2</cp:revision>
  <dcterms:created xsi:type="dcterms:W3CDTF">2013-01-27T09:14:16Z</dcterms:created>
  <dcterms:modified xsi:type="dcterms:W3CDTF">2026-05-08T23:43:39Z</dcterms:modified>
  <cp:category/>
</cp:coreProperties>
</file>